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394" r:id="rId2"/>
    <p:sldId id="465" r:id="rId3"/>
    <p:sldId id="400" r:id="rId4"/>
    <p:sldId id="402" r:id="rId5"/>
    <p:sldId id="396" r:id="rId6"/>
    <p:sldId id="397" r:id="rId7"/>
    <p:sldId id="468" r:id="rId8"/>
    <p:sldId id="399" r:id="rId9"/>
    <p:sldId id="523" r:id="rId10"/>
    <p:sldId id="471" r:id="rId11"/>
    <p:sldId id="469" r:id="rId12"/>
    <p:sldId id="524" r:id="rId13"/>
    <p:sldId id="525" r:id="rId14"/>
    <p:sldId id="529" r:id="rId15"/>
    <p:sldId id="526" r:id="rId16"/>
    <p:sldId id="527" r:id="rId17"/>
    <p:sldId id="528" r:id="rId18"/>
    <p:sldId id="530" r:id="rId19"/>
    <p:sldId id="445" r:id="rId20"/>
    <p:sldId id="537" r:id="rId21"/>
    <p:sldId id="533" r:id="rId22"/>
    <p:sldId id="534" r:id="rId23"/>
    <p:sldId id="535" r:id="rId24"/>
    <p:sldId id="536" r:id="rId25"/>
    <p:sldId id="542" r:id="rId26"/>
    <p:sldId id="448" r:id="rId27"/>
    <p:sldId id="538" r:id="rId28"/>
    <p:sldId id="539" r:id="rId29"/>
    <p:sldId id="540" r:id="rId30"/>
    <p:sldId id="458" r:id="rId31"/>
    <p:sldId id="541" r:id="rId32"/>
    <p:sldId id="532" r:id="rId33"/>
    <p:sldId id="531" r:id="rId34"/>
    <p:sldId id="421" r:id="rId35"/>
  </p:sldIdLst>
  <p:sldSz cx="9144000" cy="5715000" type="screen16x10"/>
  <p:notesSz cx="6858000" cy="9144000"/>
  <p:defaultTextStyle>
    <a:defPPr>
      <a:defRPr lang="zh-CN"/>
    </a:defPPr>
    <a:lvl1pPr marL="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1pPr>
    <a:lvl2pPr marL="35687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2pPr>
    <a:lvl3pPr marL="71310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3pPr>
    <a:lvl4pPr marL="106997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4pPr>
    <a:lvl5pPr marL="142621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6pPr>
    <a:lvl7pPr marL="213995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7pPr>
    <a:lvl8pPr marL="249618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8pPr>
    <a:lvl9pPr marL="285305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280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8E02"/>
    <a:srgbClr val="FF9900"/>
    <a:srgbClr val="FF66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8212" autoAdjust="0"/>
  </p:normalViewPr>
  <p:slideViewPr>
    <p:cSldViewPr snapToGrid="0">
      <p:cViewPr varScale="1">
        <p:scale>
          <a:sx n="99" d="100"/>
          <a:sy n="99" d="100"/>
        </p:scale>
        <p:origin x="1614" y="72"/>
      </p:cViewPr>
      <p:guideLst>
        <p:guide orient="horz" pos="1800"/>
        <p:guide pos="280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0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4">
  <dgm:title val=""/>
  <dgm:desc val=""/>
  <dgm:catLst>
    <dgm:cat type="accent4" pri="11400"/>
  </dgm:catLst>
  <dgm:styleLbl name="node0">
    <dgm:fillClrLst meth="cycle">
      <a:schemeClr val="accent4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4">
        <a:shade val="50000"/>
      </a:schemeClr>
      <a:schemeClr val="accent4">
        <a:tint val="55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4">
        <a:shade val="80000"/>
        <a:alpha val="50000"/>
      </a:schemeClr>
      <a:schemeClr val="accent4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55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008038-65CC-43DA-8EAB-E844775B21DA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C0B0CE29-126D-4FB7-A3E5-65D3FC245376}">
      <dgm:prSet phldrT="[文本]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zh-CN" altLang="en-US" dirty="0" smtClean="0"/>
            <a:t>测试指标</a:t>
          </a:r>
          <a:endParaRPr lang="zh-CN" altLang="en-US" dirty="0"/>
        </a:p>
      </dgm:t>
    </dgm:pt>
    <dgm:pt modelId="{0BB40656-55A1-4C65-8899-93EB2BF4EA1D}" type="parTrans" cxnId="{81F3A364-0856-4A77-90B6-C3293C482CB3}">
      <dgm:prSet/>
      <dgm:spPr/>
      <dgm:t>
        <a:bodyPr/>
        <a:lstStyle/>
        <a:p>
          <a:endParaRPr lang="zh-CN" altLang="en-US"/>
        </a:p>
      </dgm:t>
    </dgm:pt>
    <dgm:pt modelId="{5CA3B77E-57C5-4013-A5D3-1522EE9E0A7F}" type="sibTrans" cxnId="{81F3A364-0856-4A77-90B6-C3293C482CB3}">
      <dgm:prSet/>
      <dgm:spPr/>
      <dgm:t>
        <a:bodyPr/>
        <a:lstStyle/>
        <a:p>
          <a:endParaRPr lang="zh-CN" altLang="en-US"/>
        </a:p>
      </dgm:t>
    </dgm:pt>
    <dgm:pt modelId="{B60E2691-0A1D-403C-BB49-546529984109}">
      <dgm:prSet phldrT="[文本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zh-CN" altLang="en-US" dirty="0" smtClean="0"/>
            <a:t>用户行为</a:t>
          </a:r>
          <a:endParaRPr lang="zh-CN" altLang="en-US" dirty="0"/>
        </a:p>
      </dgm:t>
    </dgm:pt>
    <dgm:pt modelId="{3AB6FA4C-674D-4DC4-8B18-D72CD2B92236}" type="parTrans" cxnId="{139F797E-8DBC-431A-A2C1-EDA143E1D067}">
      <dgm:prSet/>
      <dgm:spPr/>
      <dgm:t>
        <a:bodyPr/>
        <a:lstStyle/>
        <a:p>
          <a:endParaRPr lang="zh-CN" altLang="en-US"/>
        </a:p>
      </dgm:t>
    </dgm:pt>
    <dgm:pt modelId="{E53DAE4B-5CE9-4F3F-ACA9-451E305F80BF}" type="sibTrans" cxnId="{139F797E-8DBC-431A-A2C1-EDA143E1D067}">
      <dgm:prSet/>
      <dgm:spPr/>
      <dgm:t>
        <a:bodyPr/>
        <a:lstStyle/>
        <a:p>
          <a:endParaRPr lang="zh-CN" altLang="en-US"/>
        </a:p>
      </dgm:t>
    </dgm:pt>
    <dgm:pt modelId="{E404491B-F809-438D-9F7E-622E9A7E93D3}">
      <dgm:prSet phldrT="[文本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zh-CN" altLang="en-US" dirty="0" smtClean="0"/>
            <a:t>团队支撑</a:t>
          </a:r>
          <a:endParaRPr lang="zh-CN" altLang="en-US" dirty="0"/>
        </a:p>
      </dgm:t>
    </dgm:pt>
    <dgm:pt modelId="{A3716779-8D5E-4C7A-869B-3F1328C22225}" type="parTrans" cxnId="{34320BE7-441A-4049-8166-70710295338E}">
      <dgm:prSet/>
      <dgm:spPr/>
      <dgm:t>
        <a:bodyPr/>
        <a:lstStyle/>
        <a:p>
          <a:endParaRPr lang="zh-CN" altLang="en-US"/>
        </a:p>
      </dgm:t>
    </dgm:pt>
    <dgm:pt modelId="{651E388F-84CE-4407-BBD2-8E4BEFC094D6}" type="sibTrans" cxnId="{34320BE7-441A-4049-8166-70710295338E}">
      <dgm:prSet/>
      <dgm:spPr/>
      <dgm:t>
        <a:bodyPr/>
        <a:lstStyle/>
        <a:p>
          <a:endParaRPr lang="zh-CN" altLang="en-US"/>
        </a:p>
      </dgm:t>
    </dgm:pt>
    <dgm:pt modelId="{E1C679DE-45D1-4E01-AE4D-B375DBF9C54C}">
      <dgm:prSet phldrT="[文本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zh-CN" altLang="en-US" dirty="0" smtClean="0"/>
            <a:t>测试工具</a:t>
          </a:r>
          <a:endParaRPr lang="zh-CN" altLang="en-US" dirty="0"/>
        </a:p>
      </dgm:t>
    </dgm:pt>
    <dgm:pt modelId="{AFCB3807-5415-47FC-AF8B-A0A64B06CEE0}" type="parTrans" cxnId="{BFC54816-95B4-47E2-AFD9-BD12C38B57ED}">
      <dgm:prSet/>
      <dgm:spPr/>
      <dgm:t>
        <a:bodyPr/>
        <a:lstStyle/>
        <a:p>
          <a:endParaRPr lang="zh-CN" altLang="en-US"/>
        </a:p>
      </dgm:t>
    </dgm:pt>
    <dgm:pt modelId="{FC08D155-F260-4AFD-902F-2B8DA34E1684}" type="sibTrans" cxnId="{BFC54816-95B4-47E2-AFD9-BD12C38B57ED}">
      <dgm:prSet/>
      <dgm:spPr/>
      <dgm:t>
        <a:bodyPr/>
        <a:lstStyle/>
        <a:p>
          <a:endParaRPr lang="zh-CN" altLang="en-US"/>
        </a:p>
      </dgm:t>
    </dgm:pt>
    <dgm:pt modelId="{A0058C6F-4365-4E0D-AA8D-A2D24805DB49}">
      <dgm:prSet phldrT="[文本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zh-CN" altLang="en-US" dirty="0" smtClean="0"/>
            <a:t>监控分析</a:t>
          </a:r>
          <a:endParaRPr lang="zh-CN" altLang="en-US" dirty="0"/>
        </a:p>
      </dgm:t>
    </dgm:pt>
    <dgm:pt modelId="{8A114DDA-1085-4614-86D7-3DC78CEED7AA}" type="parTrans" cxnId="{91CAEBC4-7CED-43C2-AC37-BD66C240969E}">
      <dgm:prSet/>
      <dgm:spPr/>
      <dgm:t>
        <a:bodyPr/>
        <a:lstStyle/>
        <a:p>
          <a:endParaRPr lang="zh-CN" altLang="en-US"/>
        </a:p>
      </dgm:t>
    </dgm:pt>
    <dgm:pt modelId="{7C1AE244-9C51-4F49-A7B1-EEA9D9E0F7DB}" type="sibTrans" cxnId="{91CAEBC4-7CED-43C2-AC37-BD66C240969E}">
      <dgm:prSet/>
      <dgm:spPr/>
      <dgm:t>
        <a:bodyPr/>
        <a:lstStyle/>
        <a:p>
          <a:endParaRPr lang="zh-CN" altLang="en-US"/>
        </a:p>
      </dgm:t>
    </dgm:pt>
    <dgm:pt modelId="{E5BFCACC-BC26-4514-90E5-F7867769E4AD}" type="pres">
      <dgm:prSet presAssocID="{8E008038-65CC-43DA-8EAB-E844775B21DA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E87BB2A9-7C92-4AC2-8D19-9D1C2D65D6EE}" type="pres">
      <dgm:prSet presAssocID="{C0B0CE29-126D-4FB7-A3E5-65D3FC245376}" presName="centerShape" presStyleLbl="node0" presStyleIdx="0" presStyleCnt="1"/>
      <dgm:spPr/>
      <dgm:t>
        <a:bodyPr/>
        <a:lstStyle/>
        <a:p>
          <a:endParaRPr lang="zh-CN" altLang="en-US"/>
        </a:p>
      </dgm:t>
    </dgm:pt>
    <dgm:pt modelId="{D7FA24B6-2A13-4D5C-94A0-24805C073133}" type="pres">
      <dgm:prSet presAssocID="{3AB6FA4C-674D-4DC4-8B18-D72CD2B92236}" presName="parTrans" presStyleLbl="bgSibTrans2D1" presStyleIdx="0" presStyleCnt="4"/>
      <dgm:spPr/>
      <dgm:t>
        <a:bodyPr/>
        <a:lstStyle/>
        <a:p>
          <a:endParaRPr lang="zh-CN" altLang="en-US"/>
        </a:p>
      </dgm:t>
    </dgm:pt>
    <dgm:pt modelId="{048B1B57-E9B4-4714-B684-9E6EAD81FA91}" type="pres">
      <dgm:prSet presAssocID="{B60E2691-0A1D-403C-BB49-546529984109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93267CF-F126-4727-9852-3B1ABB99EA10}" type="pres">
      <dgm:prSet presAssocID="{A3716779-8D5E-4C7A-869B-3F1328C22225}" presName="parTrans" presStyleLbl="bgSibTrans2D1" presStyleIdx="1" presStyleCnt="4"/>
      <dgm:spPr/>
      <dgm:t>
        <a:bodyPr/>
        <a:lstStyle/>
        <a:p>
          <a:endParaRPr lang="zh-CN" altLang="en-US"/>
        </a:p>
      </dgm:t>
    </dgm:pt>
    <dgm:pt modelId="{FB5A112F-655C-4513-912D-5C1F163B83F9}" type="pres">
      <dgm:prSet presAssocID="{E404491B-F809-438D-9F7E-622E9A7E93D3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612FE35-D71D-4F76-B4B4-8EF2B0B46B0C}" type="pres">
      <dgm:prSet presAssocID="{AFCB3807-5415-47FC-AF8B-A0A64B06CEE0}" presName="parTrans" presStyleLbl="bgSibTrans2D1" presStyleIdx="2" presStyleCnt="4"/>
      <dgm:spPr/>
      <dgm:t>
        <a:bodyPr/>
        <a:lstStyle/>
        <a:p>
          <a:endParaRPr lang="zh-CN" altLang="en-US"/>
        </a:p>
      </dgm:t>
    </dgm:pt>
    <dgm:pt modelId="{BE270D4E-9E89-4527-B3FE-49D51489FE7F}" type="pres">
      <dgm:prSet presAssocID="{E1C679DE-45D1-4E01-AE4D-B375DBF9C54C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798FB2B-61F6-4A2D-8E1E-894FC58AC666}" type="pres">
      <dgm:prSet presAssocID="{8A114DDA-1085-4614-86D7-3DC78CEED7AA}" presName="parTrans" presStyleLbl="bgSibTrans2D1" presStyleIdx="3" presStyleCnt="4"/>
      <dgm:spPr/>
      <dgm:t>
        <a:bodyPr/>
        <a:lstStyle/>
        <a:p>
          <a:endParaRPr lang="zh-CN" altLang="en-US"/>
        </a:p>
      </dgm:t>
    </dgm:pt>
    <dgm:pt modelId="{276DE12E-3822-4B38-A28B-1A61D182EE0F}" type="pres">
      <dgm:prSet presAssocID="{A0058C6F-4365-4E0D-AA8D-A2D24805DB49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2B829378-83EB-49AF-9BD0-83898FB3E718}" type="presOf" srcId="{8E008038-65CC-43DA-8EAB-E844775B21DA}" destId="{E5BFCACC-BC26-4514-90E5-F7867769E4AD}" srcOrd="0" destOrd="0" presId="urn:microsoft.com/office/officeart/2005/8/layout/radial4"/>
    <dgm:cxn modelId="{405CFEB5-67D4-4933-B166-E4687F39DC47}" type="presOf" srcId="{E1C679DE-45D1-4E01-AE4D-B375DBF9C54C}" destId="{BE270D4E-9E89-4527-B3FE-49D51489FE7F}" srcOrd="0" destOrd="0" presId="urn:microsoft.com/office/officeart/2005/8/layout/radial4"/>
    <dgm:cxn modelId="{E093B698-45E0-48AB-B83E-FD161978BCA8}" type="presOf" srcId="{C0B0CE29-126D-4FB7-A3E5-65D3FC245376}" destId="{E87BB2A9-7C92-4AC2-8D19-9D1C2D65D6EE}" srcOrd="0" destOrd="0" presId="urn:microsoft.com/office/officeart/2005/8/layout/radial4"/>
    <dgm:cxn modelId="{53BD9BE1-3EEF-4D83-B82E-45C08D7A0BB1}" type="presOf" srcId="{8A114DDA-1085-4614-86D7-3DC78CEED7AA}" destId="{F798FB2B-61F6-4A2D-8E1E-894FC58AC666}" srcOrd="0" destOrd="0" presId="urn:microsoft.com/office/officeart/2005/8/layout/radial4"/>
    <dgm:cxn modelId="{FC2F78E9-72BD-4B19-9908-6A1DE3BCF1D6}" type="presOf" srcId="{AFCB3807-5415-47FC-AF8B-A0A64B06CEE0}" destId="{E612FE35-D71D-4F76-B4B4-8EF2B0B46B0C}" srcOrd="0" destOrd="0" presId="urn:microsoft.com/office/officeart/2005/8/layout/radial4"/>
    <dgm:cxn modelId="{81F3A364-0856-4A77-90B6-C3293C482CB3}" srcId="{8E008038-65CC-43DA-8EAB-E844775B21DA}" destId="{C0B0CE29-126D-4FB7-A3E5-65D3FC245376}" srcOrd="0" destOrd="0" parTransId="{0BB40656-55A1-4C65-8899-93EB2BF4EA1D}" sibTransId="{5CA3B77E-57C5-4013-A5D3-1522EE9E0A7F}"/>
    <dgm:cxn modelId="{D0A3F02E-17D4-42F8-9718-7B139151DF40}" type="presOf" srcId="{A3716779-8D5E-4C7A-869B-3F1328C22225}" destId="{193267CF-F126-4727-9852-3B1ABB99EA10}" srcOrd="0" destOrd="0" presId="urn:microsoft.com/office/officeart/2005/8/layout/radial4"/>
    <dgm:cxn modelId="{78DCC33A-7216-4A0E-B16D-3B0427EE8812}" type="presOf" srcId="{B60E2691-0A1D-403C-BB49-546529984109}" destId="{048B1B57-E9B4-4714-B684-9E6EAD81FA91}" srcOrd="0" destOrd="0" presId="urn:microsoft.com/office/officeart/2005/8/layout/radial4"/>
    <dgm:cxn modelId="{91CAEBC4-7CED-43C2-AC37-BD66C240969E}" srcId="{C0B0CE29-126D-4FB7-A3E5-65D3FC245376}" destId="{A0058C6F-4365-4E0D-AA8D-A2D24805DB49}" srcOrd="3" destOrd="0" parTransId="{8A114DDA-1085-4614-86D7-3DC78CEED7AA}" sibTransId="{7C1AE244-9C51-4F49-A7B1-EEA9D9E0F7DB}"/>
    <dgm:cxn modelId="{12B30614-61E2-4878-AAE4-9C1A8754D5B4}" type="presOf" srcId="{E404491B-F809-438D-9F7E-622E9A7E93D3}" destId="{FB5A112F-655C-4513-912D-5C1F163B83F9}" srcOrd="0" destOrd="0" presId="urn:microsoft.com/office/officeart/2005/8/layout/radial4"/>
    <dgm:cxn modelId="{139F797E-8DBC-431A-A2C1-EDA143E1D067}" srcId="{C0B0CE29-126D-4FB7-A3E5-65D3FC245376}" destId="{B60E2691-0A1D-403C-BB49-546529984109}" srcOrd="0" destOrd="0" parTransId="{3AB6FA4C-674D-4DC4-8B18-D72CD2B92236}" sibTransId="{E53DAE4B-5CE9-4F3F-ACA9-451E305F80BF}"/>
    <dgm:cxn modelId="{2A987246-A39C-4117-9BD5-94CADD31C4BD}" type="presOf" srcId="{3AB6FA4C-674D-4DC4-8B18-D72CD2B92236}" destId="{D7FA24B6-2A13-4D5C-94A0-24805C073133}" srcOrd="0" destOrd="0" presId="urn:microsoft.com/office/officeart/2005/8/layout/radial4"/>
    <dgm:cxn modelId="{34320BE7-441A-4049-8166-70710295338E}" srcId="{C0B0CE29-126D-4FB7-A3E5-65D3FC245376}" destId="{E404491B-F809-438D-9F7E-622E9A7E93D3}" srcOrd="1" destOrd="0" parTransId="{A3716779-8D5E-4C7A-869B-3F1328C22225}" sibTransId="{651E388F-84CE-4407-BBD2-8E4BEFC094D6}"/>
    <dgm:cxn modelId="{4506FC7B-3956-4D38-AA37-CC82E9D86C3A}" type="presOf" srcId="{A0058C6F-4365-4E0D-AA8D-A2D24805DB49}" destId="{276DE12E-3822-4B38-A28B-1A61D182EE0F}" srcOrd="0" destOrd="0" presId="urn:microsoft.com/office/officeart/2005/8/layout/radial4"/>
    <dgm:cxn modelId="{BFC54816-95B4-47E2-AFD9-BD12C38B57ED}" srcId="{C0B0CE29-126D-4FB7-A3E5-65D3FC245376}" destId="{E1C679DE-45D1-4E01-AE4D-B375DBF9C54C}" srcOrd="2" destOrd="0" parTransId="{AFCB3807-5415-47FC-AF8B-A0A64B06CEE0}" sibTransId="{FC08D155-F260-4AFD-902F-2B8DA34E1684}"/>
    <dgm:cxn modelId="{6640BCF0-D21B-4AC9-B03C-BE90962D0710}" type="presParOf" srcId="{E5BFCACC-BC26-4514-90E5-F7867769E4AD}" destId="{E87BB2A9-7C92-4AC2-8D19-9D1C2D65D6EE}" srcOrd="0" destOrd="0" presId="urn:microsoft.com/office/officeart/2005/8/layout/radial4"/>
    <dgm:cxn modelId="{9DDF507B-35E7-4EEE-A8DF-E6871AE11266}" type="presParOf" srcId="{E5BFCACC-BC26-4514-90E5-F7867769E4AD}" destId="{D7FA24B6-2A13-4D5C-94A0-24805C073133}" srcOrd="1" destOrd="0" presId="urn:microsoft.com/office/officeart/2005/8/layout/radial4"/>
    <dgm:cxn modelId="{67A797C6-8525-40B1-9C56-B65428A926CE}" type="presParOf" srcId="{E5BFCACC-BC26-4514-90E5-F7867769E4AD}" destId="{048B1B57-E9B4-4714-B684-9E6EAD81FA91}" srcOrd="2" destOrd="0" presId="urn:microsoft.com/office/officeart/2005/8/layout/radial4"/>
    <dgm:cxn modelId="{02F2FA91-A5E7-4335-8C90-2B2AB572C399}" type="presParOf" srcId="{E5BFCACC-BC26-4514-90E5-F7867769E4AD}" destId="{193267CF-F126-4727-9852-3B1ABB99EA10}" srcOrd="3" destOrd="0" presId="urn:microsoft.com/office/officeart/2005/8/layout/radial4"/>
    <dgm:cxn modelId="{24D5CA07-C4A7-49D2-A3E8-806859E4EFB9}" type="presParOf" srcId="{E5BFCACC-BC26-4514-90E5-F7867769E4AD}" destId="{FB5A112F-655C-4513-912D-5C1F163B83F9}" srcOrd="4" destOrd="0" presId="urn:microsoft.com/office/officeart/2005/8/layout/radial4"/>
    <dgm:cxn modelId="{7162E7C5-09C7-4FE0-8B9C-EA14731D640D}" type="presParOf" srcId="{E5BFCACC-BC26-4514-90E5-F7867769E4AD}" destId="{E612FE35-D71D-4F76-B4B4-8EF2B0B46B0C}" srcOrd="5" destOrd="0" presId="urn:microsoft.com/office/officeart/2005/8/layout/radial4"/>
    <dgm:cxn modelId="{587254F0-BE65-46C7-9CDA-95A5E1EA9117}" type="presParOf" srcId="{E5BFCACC-BC26-4514-90E5-F7867769E4AD}" destId="{BE270D4E-9E89-4527-B3FE-49D51489FE7F}" srcOrd="6" destOrd="0" presId="urn:microsoft.com/office/officeart/2005/8/layout/radial4"/>
    <dgm:cxn modelId="{942D082A-8BE9-4C05-8FD1-4ABBB4F417FC}" type="presParOf" srcId="{E5BFCACC-BC26-4514-90E5-F7867769E4AD}" destId="{F798FB2B-61F6-4A2D-8E1E-894FC58AC666}" srcOrd="7" destOrd="0" presId="urn:microsoft.com/office/officeart/2005/8/layout/radial4"/>
    <dgm:cxn modelId="{805F2846-6308-4FCF-A856-FFA4BA89EA9E}" type="presParOf" srcId="{E5BFCACC-BC26-4514-90E5-F7867769E4AD}" destId="{276DE12E-3822-4B38-A28B-1A61D182EE0F}" srcOrd="8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ACD3738-7960-4EF3-8A30-D4911C2B19DF}" type="doc">
      <dgm:prSet loTypeId="urn:microsoft.com/office/officeart/2005/8/layout/venn1" loCatId="relationship" qsTypeId="urn:microsoft.com/office/officeart/2005/8/quickstyle/simple2" qsCatId="simple" csTypeId="urn:microsoft.com/office/officeart/2005/8/colors/accent4_4" csCatId="accent4" phldr="1"/>
      <dgm:spPr/>
    </dgm:pt>
    <dgm:pt modelId="{46B30724-7C57-4731-943C-5FC11937EE4C}">
      <dgm:prSet phldrT="[文本]" custT="1"/>
      <dgm:spPr/>
      <dgm:t>
        <a:bodyPr/>
        <a:lstStyle/>
        <a:p>
          <a:r>
            <a:rPr lang="zh-CN" altLang="en-US" sz="2500" baseline="0" dirty="0" smtClean="0"/>
            <a:t>并发用户</a:t>
          </a:r>
          <a:endParaRPr lang="zh-CN" altLang="en-US" sz="2500" baseline="0" dirty="0"/>
        </a:p>
      </dgm:t>
    </dgm:pt>
    <dgm:pt modelId="{41A5AFBD-9081-48B4-8F57-938403BEFC43}" type="parTrans" cxnId="{C40EDFE8-5EC6-4C28-B9F4-A8AC74801805}">
      <dgm:prSet/>
      <dgm:spPr/>
      <dgm:t>
        <a:bodyPr/>
        <a:lstStyle/>
        <a:p>
          <a:endParaRPr lang="zh-CN" altLang="en-US"/>
        </a:p>
      </dgm:t>
    </dgm:pt>
    <dgm:pt modelId="{BA62F3C5-C5F6-4983-B694-D9B0B70D8CED}" type="sibTrans" cxnId="{C40EDFE8-5EC6-4C28-B9F4-A8AC74801805}">
      <dgm:prSet/>
      <dgm:spPr/>
      <dgm:t>
        <a:bodyPr/>
        <a:lstStyle/>
        <a:p>
          <a:endParaRPr lang="zh-CN" altLang="en-US"/>
        </a:p>
      </dgm:t>
    </dgm:pt>
    <dgm:pt modelId="{157116BC-EA10-4CA3-B669-B5366C72EF8C}">
      <dgm:prSet phldrT="[文本]" custT="1"/>
      <dgm:spPr/>
      <dgm:t>
        <a:bodyPr/>
        <a:lstStyle/>
        <a:p>
          <a:r>
            <a:rPr lang="zh-CN" altLang="en-US" sz="2500" baseline="0" dirty="0" smtClean="0"/>
            <a:t>响应时间</a:t>
          </a:r>
          <a:endParaRPr lang="zh-CN" altLang="en-US" sz="2500" baseline="0" dirty="0"/>
        </a:p>
      </dgm:t>
    </dgm:pt>
    <dgm:pt modelId="{92C9D8BE-1093-4064-BF71-95C334F20900}" type="parTrans" cxnId="{473C4269-8E89-4704-B8F7-751AE795B985}">
      <dgm:prSet/>
      <dgm:spPr/>
      <dgm:t>
        <a:bodyPr/>
        <a:lstStyle/>
        <a:p>
          <a:endParaRPr lang="zh-CN" altLang="en-US"/>
        </a:p>
      </dgm:t>
    </dgm:pt>
    <dgm:pt modelId="{28B5982E-2FF5-45AB-8810-976AF9B02C72}" type="sibTrans" cxnId="{473C4269-8E89-4704-B8F7-751AE795B985}">
      <dgm:prSet/>
      <dgm:spPr/>
      <dgm:t>
        <a:bodyPr/>
        <a:lstStyle/>
        <a:p>
          <a:endParaRPr lang="zh-CN" altLang="en-US"/>
        </a:p>
      </dgm:t>
    </dgm:pt>
    <dgm:pt modelId="{DA88BC4D-2DBF-4CD1-9353-CAD5BA642535}">
      <dgm:prSet phldrT="[文本]" custT="1"/>
      <dgm:spPr/>
      <dgm:t>
        <a:bodyPr/>
        <a:lstStyle/>
        <a:p>
          <a:r>
            <a:rPr lang="zh-CN" altLang="en-US" sz="2500" baseline="0" dirty="0" smtClean="0"/>
            <a:t>吞吐量</a:t>
          </a:r>
          <a:endParaRPr lang="zh-CN" altLang="en-US" sz="2500" baseline="0" dirty="0"/>
        </a:p>
      </dgm:t>
    </dgm:pt>
    <dgm:pt modelId="{34D292DD-90F4-4944-8C8C-947FD66E47EF}" type="sibTrans" cxnId="{A474900A-B313-4CD0-B702-90CB2A427906}">
      <dgm:prSet/>
      <dgm:spPr/>
      <dgm:t>
        <a:bodyPr/>
        <a:lstStyle/>
        <a:p>
          <a:endParaRPr lang="zh-CN" altLang="en-US"/>
        </a:p>
      </dgm:t>
    </dgm:pt>
    <dgm:pt modelId="{1E456FE6-9814-4C7F-94F1-31BBAAC6B20B}" type="parTrans" cxnId="{A474900A-B313-4CD0-B702-90CB2A427906}">
      <dgm:prSet/>
      <dgm:spPr/>
      <dgm:t>
        <a:bodyPr/>
        <a:lstStyle/>
        <a:p>
          <a:endParaRPr lang="zh-CN" altLang="en-US"/>
        </a:p>
      </dgm:t>
    </dgm:pt>
    <dgm:pt modelId="{8210D10B-4835-41CF-A17F-F7849702753E}" type="pres">
      <dgm:prSet presAssocID="{8ACD3738-7960-4EF3-8A30-D4911C2B19DF}" presName="compositeShape" presStyleCnt="0">
        <dgm:presLayoutVars>
          <dgm:chMax val="7"/>
          <dgm:dir/>
          <dgm:resizeHandles val="exact"/>
        </dgm:presLayoutVars>
      </dgm:prSet>
      <dgm:spPr/>
    </dgm:pt>
    <dgm:pt modelId="{2942B17A-3BB5-46EB-8567-2E5FAE8C2F40}" type="pres">
      <dgm:prSet presAssocID="{46B30724-7C57-4731-943C-5FC11937EE4C}" presName="circ1" presStyleLbl="vennNode1" presStyleIdx="0" presStyleCnt="3"/>
      <dgm:spPr/>
      <dgm:t>
        <a:bodyPr/>
        <a:lstStyle/>
        <a:p>
          <a:endParaRPr lang="zh-CN" altLang="en-US"/>
        </a:p>
      </dgm:t>
    </dgm:pt>
    <dgm:pt modelId="{BFC192D4-9E5D-468B-B7A4-4D3A728AD80B}" type="pres">
      <dgm:prSet presAssocID="{46B30724-7C57-4731-943C-5FC11937EE4C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8399F6E-4181-41A0-8C70-4CB450BEC939}" type="pres">
      <dgm:prSet presAssocID="{DA88BC4D-2DBF-4CD1-9353-CAD5BA642535}" presName="circ2" presStyleLbl="vennNode1" presStyleIdx="1" presStyleCnt="3"/>
      <dgm:spPr/>
      <dgm:t>
        <a:bodyPr/>
        <a:lstStyle/>
        <a:p>
          <a:endParaRPr lang="zh-CN" altLang="en-US"/>
        </a:p>
      </dgm:t>
    </dgm:pt>
    <dgm:pt modelId="{92150E19-C88B-4A9A-9399-0D22EEA2E1E0}" type="pres">
      <dgm:prSet presAssocID="{DA88BC4D-2DBF-4CD1-9353-CAD5BA642535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21A852-8464-4B03-A629-3D04612C35FD}" type="pres">
      <dgm:prSet presAssocID="{157116BC-EA10-4CA3-B669-B5366C72EF8C}" presName="circ3" presStyleLbl="vennNode1" presStyleIdx="2" presStyleCnt="3"/>
      <dgm:spPr/>
      <dgm:t>
        <a:bodyPr/>
        <a:lstStyle/>
        <a:p>
          <a:endParaRPr lang="zh-CN" altLang="en-US"/>
        </a:p>
      </dgm:t>
    </dgm:pt>
    <dgm:pt modelId="{7ED2AA1F-5295-4AED-8A5A-CF6B1791C459}" type="pres">
      <dgm:prSet presAssocID="{157116BC-EA10-4CA3-B669-B5366C72EF8C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B05D4563-FDC6-4093-99F2-5F6C628B5FBC}" type="presOf" srcId="{DA88BC4D-2DBF-4CD1-9353-CAD5BA642535}" destId="{08399F6E-4181-41A0-8C70-4CB450BEC939}" srcOrd="0" destOrd="0" presId="urn:microsoft.com/office/officeart/2005/8/layout/venn1"/>
    <dgm:cxn modelId="{B5A9305F-B93C-4EA0-B03F-B3BA429DC777}" type="presOf" srcId="{8ACD3738-7960-4EF3-8A30-D4911C2B19DF}" destId="{8210D10B-4835-41CF-A17F-F7849702753E}" srcOrd="0" destOrd="0" presId="urn:microsoft.com/office/officeart/2005/8/layout/venn1"/>
    <dgm:cxn modelId="{F6B83D17-7278-44AF-AD97-84078A438894}" type="presOf" srcId="{46B30724-7C57-4731-943C-5FC11937EE4C}" destId="{BFC192D4-9E5D-468B-B7A4-4D3A728AD80B}" srcOrd="1" destOrd="0" presId="urn:microsoft.com/office/officeart/2005/8/layout/venn1"/>
    <dgm:cxn modelId="{AFB95CD1-8040-48D0-B238-5C60AACBA45B}" type="presOf" srcId="{157116BC-EA10-4CA3-B669-B5366C72EF8C}" destId="{7ED2AA1F-5295-4AED-8A5A-CF6B1791C459}" srcOrd="1" destOrd="0" presId="urn:microsoft.com/office/officeart/2005/8/layout/venn1"/>
    <dgm:cxn modelId="{AA89CCC7-E401-453C-AA15-B2F820FD0E46}" type="presOf" srcId="{46B30724-7C57-4731-943C-5FC11937EE4C}" destId="{2942B17A-3BB5-46EB-8567-2E5FAE8C2F40}" srcOrd="0" destOrd="0" presId="urn:microsoft.com/office/officeart/2005/8/layout/venn1"/>
    <dgm:cxn modelId="{08F96CFF-A575-4DA7-9054-90CE409821DF}" type="presOf" srcId="{157116BC-EA10-4CA3-B669-B5366C72EF8C}" destId="{AE21A852-8464-4B03-A629-3D04612C35FD}" srcOrd="0" destOrd="0" presId="urn:microsoft.com/office/officeart/2005/8/layout/venn1"/>
    <dgm:cxn modelId="{473C4269-8E89-4704-B8F7-751AE795B985}" srcId="{8ACD3738-7960-4EF3-8A30-D4911C2B19DF}" destId="{157116BC-EA10-4CA3-B669-B5366C72EF8C}" srcOrd="2" destOrd="0" parTransId="{92C9D8BE-1093-4064-BF71-95C334F20900}" sibTransId="{28B5982E-2FF5-45AB-8810-976AF9B02C72}"/>
    <dgm:cxn modelId="{A474900A-B313-4CD0-B702-90CB2A427906}" srcId="{8ACD3738-7960-4EF3-8A30-D4911C2B19DF}" destId="{DA88BC4D-2DBF-4CD1-9353-CAD5BA642535}" srcOrd="1" destOrd="0" parTransId="{1E456FE6-9814-4C7F-94F1-31BBAAC6B20B}" sibTransId="{34D292DD-90F4-4944-8C8C-947FD66E47EF}"/>
    <dgm:cxn modelId="{C40EDFE8-5EC6-4C28-B9F4-A8AC74801805}" srcId="{8ACD3738-7960-4EF3-8A30-D4911C2B19DF}" destId="{46B30724-7C57-4731-943C-5FC11937EE4C}" srcOrd="0" destOrd="0" parTransId="{41A5AFBD-9081-48B4-8F57-938403BEFC43}" sibTransId="{BA62F3C5-C5F6-4983-B694-D9B0B70D8CED}"/>
    <dgm:cxn modelId="{483069F7-317C-4EC5-9B2F-D80211AA8A45}" type="presOf" srcId="{DA88BC4D-2DBF-4CD1-9353-CAD5BA642535}" destId="{92150E19-C88B-4A9A-9399-0D22EEA2E1E0}" srcOrd="1" destOrd="0" presId="urn:microsoft.com/office/officeart/2005/8/layout/venn1"/>
    <dgm:cxn modelId="{2360C8C7-B2CB-4CDE-BFE6-7C490695134D}" type="presParOf" srcId="{8210D10B-4835-41CF-A17F-F7849702753E}" destId="{2942B17A-3BB5-46EB-8567-2E5FAE8C2F40}" srcOrd="0" destOrd="0" presId="urn:microsoft.com/office/officeart/2005/8/layout/venn1"/>
    <dgm:cxn modelId="{5DA255E2-4835-4BC7-A497-7CDC74CCB067}" type="presParOf" srcId="{8210D10B-4835-41CF-A17F-F7849702753E}" destId="{BFC192D4-9E5D-468B-B7A4-4D3A728AD80B}" srcOrd="1" destOrd="0" presId="urn:microsoft.com/office/officeart/2005/8/layout/venn1"/>
    <dgm:cxn modelId="{CDC2B5EA-6B7D-45C4-A33B-FE6A0DF2CF01}" type="presParOf" srcId="{8210D10B-4835-41CF-A17F-F7849702753E}" destId="{08399F6E-4181-41A0-8C70-4CB450BEC939}" srcOrd="2" destOrd="0" presId="urn:microsoft.com/office/officeart/2005/8/layout/venn1"/>
    <dgm:cxn modelId="{B715295E-E1E3-4E20-891A-B123BC8F19B9}" type="presParOf" srcId="{8210D10B-4835-41CF-A17F-F7849702753E}" destId="{92150E19-C88B-4A9A-9399-0D22EEA2E1E0}" srcOrd="3" destOrd="0" presId="urn:microsoft.com/office/officeart/2005/8/layout/venn1"/>
    <dgm:cxn modelId="{07BD1A59-BC0D-4BF0-8B2F-6859E0BC49E2}" type="presParOf" srcId="{8210D10B-4835-41CF-A17F-F7849702753E}" destId="{AE21A852-8464-4B03-A629-3D04612C35FD}" srcOrd="4" destOrd="0" presId="urn:microsoft.com/office/officeart/2005/8/layout/venn1"/>
    <dgm:cxn modelId="{661C1A80-B1E5-44B5-9078-F44D6A79A1B7}" type="presParOf" srcId="{8210D10B-4835-41CF-A17F-F7849702753E}" destId="{7ED2AA1F-5295-4AED-8A5A-CF6B1791C459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7AAC0F-8A5A-41D1-81E7-E274547A95DF}" type="doc">
      <dgm:prSet loTypeId="urn:microsoft.com/office/officeart/2005/8/layout/venn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EFD9914-39CA-476B-9857-F0E2AEB72065}">
      <dgm:prSet phldrT="[文本]" custT="1"/>
      <dgm:spPr/>
      <dgm:t>
        <a:bodyPr/>
        <a:lstStyle/>
        <a:p>
          <a:r>
            <a:rPr lang="zh-CN" altLang="en-US" sz="2400" dirty="0" smtClean="0"/>
            <a:t>系统资源</a:t>
          </a:r>
          <a:endParaRPr lang="zh-CN" altLang="en-US" sz="2400" dirty="0"/>
        </a:p>
      </dgm:t>
    </dgm:pt>
    <dgm:pt modelId="{B4B8EC16-6AD0-45A5-BDBC-C71D2A4BE6B6}" type="parTrans" cxnId="{DFB22FD2-BE40-4536-A5CE-D3EAA1D8BB25}">
      <dgm:prSet/>
      <dgm:spPr/>
      <dgm:t>
        <a:bodyPr/>
        <a:lstStyle/>
        <a:p>
          <a:endParaRPr lang="zh-CN" altLang="en-US"/>
        </a:p>
      </dgm:t>
    </dgm:pt>
    <dgm:pt modelId="{E6C4C95E-974D-4316-9F8C-E184AD28B5C6}" type="sibTrans" cxnId="{DFB22FD2-BE40-4536-A5CE-D3EAA1D8BB25}">
      <dgm:prSet/>
      <dgm:spPr/>
      <dgm:t>
        <a:bodyPr/>
        <a:lstStyle/>
        <a:p>
          <a:endParaRPr lang="zh-CN" altLang="en-US"/>
        </a:p>
      </dgm:t>
    </dgm:pt>
    <dgm:pt modelId="{9FA9AFBA-8C37-44A8-9A5A-E8080BE897F7}">
      <dgm:prSet phldrT="[文本]"/>
      <dgm:spPr/>
      <dgm:t>
        <a:bodyPr/>
        <a:lstStyle/>
        <a:p>
          <a:r>
            <a:rPr lang="zh-CN" altLang="en-US" smtClean="0"/>
            <a:t>网络资源</a:t>
          </a:r>
          <a:endParaRPr lang="zh-CN" altLang="en-US" dirty="0"/>
        </a:p>
      </dgm:t>
    </dgm:pt>
    <dgm:pt modelId="{6C422A86-DE8D-4804-9296-B06ECA8CAE37}" type="parTrans" cxnId="{68AF96F2-6A9B-40BB-93EE-F3C8FEC7D5A3}">
      <dgm:prSet/>
      <dgm:spPr/>
      <dgm:t>
        <a:bodyPr/>
        <a:lstStyle/>
        <a:p>
          <a:endParaRPr lang="zh-CN" altLang="en-US"/>
        </a:p>
      </dgm:t>
    </dgm:pt>
    <dgm:pt modelId="{52C46765-DE52-456A-9953-CE0FCCED1C34}" type="sibTrans" cxnId="{68AF96F2-6A9B-40BB-93EE-F3C8FEC7D5A3}">
      <dgm:prSet/>
      <dgm:spPr/>
      <dgm:t>
        <a:bodyPr/>
        <a:lstStyle/>
        <a:p>
          <a:endParaRPr lang="zh-CN" altLang="en-US"/>
        </a:p>
      </dgm:t>
    </dgm:pt>
    <dgm:pt modelId="{DE0D2B5B-4E18-43E1-88AB-77476F012E75}" type="pres">
      <dgm:prSet presAssocID="{BF7AAC0F-8A5A-41D1-81E7-E274547A95DF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93606166-7429-4675-8743-2DDDA49A9991}" type="pres">
      <dgm:prSet presAssocID="{8EFD9914-39CA-476B-9857-F0E2AEB72065}" presName="Name5" presStyleLbl="vennNode1" presStyleIdx="0" presStyleCnt="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6170CAD-EABE-4443-950A-11D3FA6BB9F7}" type="pres">
      <dgm:prSet presAssocID="{E6C4C95E-974D-4316-9F8C-E184AD28B5C6}" presName="space" presStyleCnt="0"/>
      <dgm:spPr/>
    </dgm:pt>
    <dgm:pt modelId="{8284196B-0C2B-4BC7-BABB-12CD250A051E}" type="pres">
      <dgm:prSet presAssocID="{9FA9AFBA-8C37-44A8-9A5A-E8080BE897F7}" presName="Name5" presStyleLbl="vennNode1" presStyleIdx="1" presStyleCnt="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8AF96F2-6A9B-40BB-93EE-F3C8FEC7D5A3}" srcId="{BF7AAC0F-8A5A-41D1-81E7-E274547A95DF}" destId="{9FA9AFBA-8C37-44A8-9A5A-E8080BE897F7}" srcOrd="1" destOrd="0" parTransId="{6C422A86-DE8D-4804-9296-B06ECA8CAE37}" sibTransId="{52C46765-DE52-456A-9953-CE0FCCED1C34}"/>
    <dgm:cxn modelId="{59A6AAFD-7D2D-4048-8BF3-472450E8931E}" type="presOf" srcId="{BF7AAC0F-8A5A-41D1-81E7-E274547A95DF}" destId="{DE0D2B5B-4E18-43E1-88AB-77476F012E75}" srcOrd="0" destOrd="0" presId="urn:microsoft.com/office/officeart/2005/8/layout/venn3"/>
    <dgm:cxn modelId="{DFB22FD2-BE40-4536-A5CE-D3EAA1D8BB25}" srcId="{BF7AAC0F-8A5A-41D1-81E7-E274547A95DF}" destId="{8EFD9914-39CA-476B-9857-F0E2AEB72065}" srcOrd="0" destOrd="0" parTransId="{B4B8EC16-6AD0-45A5-BDBC-C71D2A4BE6B6}" sibTransId="{E6C4C95E-974D-4316-9F8C-E184AD28B5C6}"/>
    <dgm:cxn modelId="{562D7885-671D-49D8-9842-F2B8A0E95940}" type="presOf" srcId="{9FA9AFBA-8C37-44A8-9A5A-E8080BE897F7}" destId="{8284196B-0C2B-4BC7-BABB-12CD250A051E}" srcOrd="0" destOrd="0" presId="urn:microsoft.com/office/officeart/2005/8/layout/venn3"/>
    <dgm:cxn modelId="{CB0E4C1F-7338-4A99-85D1-29A2D1BA8805}" type="presOf" srcId="{8EFD9914-39CA-476B-9857-F0E2AEB72065}" destId="{93606166-7429-4675-8743-2DDDA49A9991}" srcOrd="0" destOrd="0" presId="urn:microsoft.com/office/officeart/2005/8/layout/venn3"/>
    <dgm:cxn modelId="{8AC0BB11-C509-444E-9293-622258BD9AF9}" type="presParOf" srcId="{DE0D2B5B-4E18-43E1-88AB-77476F012E75}" destId="{93606166-7429-4675-8743-2DDDA49A9991}" srcOrd="0" destOrd="0" presId="urn:microsoft.com/office/officeart/2005/8/layout/venn3"/>
    <dgm:cxn modelId="{3B4B3AC9-ACBB-4C2E-86D9-4330172A1593}" type="presParOf" srcId="{DE0D2B5B-4E18-43E1-88AB-77476F012E75}" destId="{26170CAD-EABE-4443-950A-11D3FA6BB9F7}" srcOrd="1" destOrd="0" presId="urn:microsoft.com/office/officeart/2005/8/layout/venn3"/>
    <dgm:cxn modelId="{9BA64594-25FC-4C73-96C8-9CEB9BF52A55}" type="presParOf" srcId="{DE0D2B5B-4E18-43E1-88AB-77476F012E75}" destId="{8284196B-0C2B-4BC7-BABB-12CD250A051E}" srcOrd="2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09C245E-B1DA-42ED-A62B-8A60312FD163}" type="doc">
      <dgm:prSet loTypeId="urn:microsoft.com/office/officeart/2005/8/layout/hProcess9" loCatId="process" qsTypeId="urn:microsoft.com/office/officeart/2005/8/quickstyle/simple5" qsCatId="simple" csTypeId="urn:microsoft.com/office/officeart/2005/8/colors/accent2_2" csCatId="accent2" phldr="1"/>
      <dgm:spPr/>
    </dgm:pt>
    <dgm:pt modelId="{F758EC16-EC7B-4D7B-A11D-AD50A4608800}">
      <dgm:prSet phldrT="[文本]"/>
      <dgm:spPr/>
      <dgm:t>
        <a:bodyPr/>
        <a:lstStyle/>
        <a:p>
          <a:r>
            <a:rPr lang="zh-CN" altLang="en-US" dirty="0" smtClean="0"/>
            <a:t>需求目标</a:t>
          </a:r>
          <a:endParaRPr lang="zh-CN" altLang="en-US" dirty="0"/>
        </a:p>
      </dgm:t>
    </dgm:pt>
    <dgm:pt modelId="{E4E907F5-6666-4564-B5FA-3B6203642A84}" type="parTrans" cxnId="{6FDECB97-A57F-4F42-8E62-684CD5A24910}">
      <dgm:prSet/>
      <dgm:spPr/>
      <dgm:t>
        <a:bodyPr/>
        <a:lstStyle/>
        <a:p>
          <a:endParaRPr lang="zh-CN" altLang="en-US"/>
        </a:p>
      </dgm:t>
    </dgm:pt>
    <dgm:pt modelId="{19524AFB-E9BA-4697-9615-4CBD1B2903D1}" type="sibTrans" cxnId="{6FDECB97-A57F-4F42-8E62-684CD5A24910}">
      <dgm:prSet/>
      <dgm:spPr/>
      <dgm:t>
        <a:bodyPr/>
        <a:lstStyle/>
        <a:p>
          <a:endParaRPr lang="zh-CN" altLang="en-US"/>
        </a:p>
      </dgm:t>
    </dgm:pt>
    <dgm:pt modelId="{D7CA9FDD-784F-44E4-93BD-4192C5C873B6}">
      <dgm:prSet phldrT="[文本]"/>
      <dgm:spPr/>
      <dgm:t>
        <a:bodyPr/>
        <a:lstStyle/>
        <a:p>
          <a:r>
            <a:rPr lang="zh-CN" altLang="en-US" dirty="0" smtClean="0"/>
            <a:t>计划方案</a:t>
          </a:r>
          <a:endParaRPr lang="zh-CN" altLang="en-US" dirty="0"/>
        </a:p>
      </dgm:t>
    </dgm:pt>
    <dgm:pt modelId="{6FFAB773-A98C-4A48-8EE7-21C80703C2AC}" type="parTrans" cxnId="{227FCA00-5608-437C-9E08-BD03F81BA55E}">
      <dgm:prSet/>
      <dgm:spPr/>
      <dgm:t>
        <a:bodyPr/>
        <a:lstStyle/>
        <a:p>
          <a:endParaRPr lang="zh-CN" altLang="en-US"/>
        </a:p>
      </dgm:t>
    </dgm:pt>
    <dgm:pt modelId="{F3B8C4AC-841F-4EDF-AB80-FC1D481A226D}" type="sibTrans" cxnId="{227FCA00-5608-437C-9E08-BD03F81BA55E}">
      <dgm:prSet/>
      <dgm:spPr/>
      <dgm:t>
        <a:bodyPr/>
        <a:lstStyle/>
        <a:p>
          <a:endParaRPr lang="zh-CN" altLang="en-US"/>
        </a:p>
      </dgm:t>
    </dgm:pt>
    <dgm:pt modelId="{764735F1-BF76-449D-8B07-0B92787D7AF3}">
      <dgm:prSet phldrT="[文本]"/>
      <dgm:spPr/>
      <dgm:t>
        <a:bodyPr/>
        <a:lstStyle/>
        <a:p>
          <a:r>
            <a:rPr lang="zh-CN" altLang="en-US" dirty="0" smtClean="0"/>
            <a:t>分析体系</a:t>
          </a:r>
          <a:endParaRPr lang="zh-CN" altLang="en-US" dirty="0"/>
        </a:p>
      </dgm:t>
    </dgm:pt>
    <dgm:pt modelId="{4A86D222-4046-4FFA-89CB-B7F0413DA407}" type="parTrans" cxnId="{4D7A8B3B-4CD2-4E26-90A2-792B38ADF866}">
      <dgm:prSet/>
      <dgm:spPr/>
      <dgm:t>
        <a:bodyPr/>
        <a:lstStyle/>
        <a:p>
          <a:endParaRPr lang="zh-CN" altLang="en-US"/>
        </a:p>
      </dgm:t>
    </dgm:pt>
    <dgm:pt modelId="{8E419033-DEBD-4B01-91F9-3E49739CC70D}" type="sibTrans" cxnId="{4D7A8B3B-4CD2-4E26-90A2-792B38ADF866}">
      <dgm:prSet/>
      <dgm:spPr/>
      <dgm:t>
        <a:bodyPr/>
        <a:lstStyle/>
        <a:p>
          <a:endParaRPr lang="zh-CN" altLang="en-US"/>
        </a:p>
      </dgm:t>
    </dgm:pt>
    <dgm:pt modelId="{6A1FD6F0-987C-457A-A201-D7F78CF676E0}">
      <dgm:prSet phldrT="[文本]"/>
      <dgm:spPr/>
      <dgm:t>
        <a:bodyPr/>
        <a:lstStyle/>
        <a:p>
          <a:r>
            <a:rPr lang="zh-CN" altLang="en-US" dirty="0" smtClean="0"/>
            <a:t>场景用例</a:t>
          </a:r>
          <a:endParaRPr lang="zh-CN" altLang="en-US" dirty="0"/>
        </a:p>
      </dgm:t>
    </dgm:pt>
    <dgm:pt modelId="{1E86DE43-981A-4F76-98B6-0DE49A35EBB6}" type="parTrans" cxnId="{6B2CC22C-7384-4C0C-8B8B-52D0D28D657E}">
      <dgm:prSet/>
      <dgm:spPr/>
      <dgm:t>
        <a:bodyPr/>
        <a:lstStyle/>
        <a:p>
          <a:endParaRPr lang="zh-CN" altLang="en-US"/>
        </a:p>
      </dgm:t>
    </dgm:pt>
    <dgm:pt modelId="{20BF34D3-FF3D-4058-98B2-BA1EE87EDE66}" type="sibTrans" cxnId="{6B2CC22C-7384-4C0C-8B8B-52D0D28D657E}">
      <dgm:prSet/>
      <dgm:spPr/>
      <dgm:t>
        <a:bodyPr/>
        <a:lstStyle/>
        <a:p>
          <a:endParaRPr lang="zh-CN" altLang="en-US"/>
        </a:p>
      </dgm:t>
    </dgm:pt>
    <dgm:pt modelId="{FF3B535C-810F-4DC7-AA00-A706E3B8703F}">
      <dgm:prSet phldrT="[文本]"/>
      <dgm:spPr/>
      <dgm:t>
        <a:bodyPr/>
        <a:lstStyle/>
        <a:p>
          <a:r>
            <a:rPr lang="zh-CN" altLang="en-US" dirty="0" smtClean="0"/>
            <a:t>执行用例</a:t>
          </a:r>
          <a:endParaRPr lang="zh-CN" altLang="en-US" dirty="0"/>
        </a:p>
      </dgm:t>
    </dgm:pt>
    <dgm:pt modelId="{13DB2FDB-15F1-4268-ABF5-5C4A25455A44}" type="parTrans" cxnId="{947CE5C1-2C58-443A-92FE-6235E26CF2DD}">
      <dgm:prSet/>
      <dgm:spPr/>
      <dgm:t>
        <a:bodyPr/>
        <a:lstStyle/>
        <a:p>
          <a:endParaRPr lang="zh-CN" altLang="en-US"/>
        </a:p>
      </dgm:t>
    </dgm:pt>
    <dgm:pt modelId="{85F6A05C-5503-4F8E-87A7-51B4BB2B4EA0}" type="sibTrans" cxnId="{947CE5C1-2C58-443A-92FE-6235E26CF2DD}">
      <dgm:prSet/>
      <dgm:spPr/>
      <dgm:t>
        <a:bodyPr/>
        <a:lstStyle/>
        <a:p>
          <a:endParaRPr lang="zh-CN" altLang="en-US"/>
        </a:p>
      </dgm:t>
    </dgm:pt>
    <dgm:pt modelId="{E4B1D906-2BDB-46A5-B49D-60E2535B79E5}">
      <dgm:prSet phldrT="[文本]"/>
      <dgm:spPr/>
      <dgm:t>
        <a:bodyPr/>
        <a:lstStyle/>
        <a:p>
          <a:r>
            <a:rPr lang="zh-CN" altLang="en-US" dirty="0" smtClean="0"/>
            <a:t>结果分析</a:t>
          </a:r>
          <a:endParaRPr lang="zh-CN" altLang="en-US" dirty="0"/>
        </a:p>
      </dgm:t>
    </dgm:pt>
    <dgm:pt modelId="{A4A6DDBA-6FA4-4205-84ED-92BD5FBDA5F2}" type="parTrans" cxnId="{4EECE9E9-2290-463E-A91C-16151FF6C488}">
      <dgm:prSet/>
      <dgm:spPr/>
      <dgm:t>
        <a:bodyPr/>
        <a:lstStyle/>
        <a:p>
          <a:endParaRPr lang="zh-CN" altLang="en-US"/>
        </a:p>
      </dgm:t>
    </dgm:pt>
    <dgm:pt modelId="{37BC90D8-5041-4CA4-A6E1-CB16296CC759}" type="sibTrans" cxnId="{4EECE9E9-2290-463E-A91C-16151FF6C488}">
      <dgm:prSet/>
      <dgm:spPr/>
      <dgm:t>
        <a:bodyPr/>
        <a:lstStyle/>
        <a:p>
          <a:endParaRPr lang="zh-CN" altLang="en-US"/>
        </a:p>
      </dgm:t>
    </dgm:pt>
    <dgm:pt modelId="{166790F5-F9B7-4C02-86CC-206E26520CD5}">
      <dgm:prSet phldrT="[文本]"/>
      <dgm:spPr/>
      <dgm:t>
        <a:bodyPr/>
        <a:lstStyle/>
        <a:p>
          <a:r>
            <a:rPr lang="zh-CN" altLang="en-US" dirty="0" smtClean="0"/>
            <a:t>测试报告</a:t>
          </a:r>
          <a:endParaRPr lang="zh-CN" altLang="en-US" dirty="0"/>
        </a:p>
      </dgm:t>
    </dgm:pt>
    <dgm:pt modelId="{D2FD1EA6-0983-4AFB-AA60-E3C1392DCCA5}" type="parTrans" cxnId="{58201E31-3200-4087-B489-4E582AAF84A6}">
      <dgm:prSet/>
      <dgm:spPr/>
      <dgm:t>
        <a:bodyPr/>
        <a:lstStyle/>
        <a:p>
          <a:endParaRPr lang="zh-CN" altLang="en-US"/>
        </a:p>
      </dgm:t>
    </dgm:pt>
    <dgm:pt modelId="{040C8787-DD58-447C-8654-0C4C4F1F2E58}" type="sibTrans" cxnId="{58201E31-3200-4087-B489-4E582AAF84A6}">
      <dgm:prSet/>
      <dgm:spPr/>
      <dgm:t>
        <a:bodyPr/>
        <a:lstStyle/>
        <a:p>
          <a:endParaRPr lang="zh-CN" altLang="en-US"/>
        </a:p>
      </dgm:t>
    </dgm:pt>
    <dgm:pt modelId="{70B510CB-A884-43EA-8566-0D88C18BF708}" type="pres">
      <dgm:prSet presAssocID="{509C245E-B1DA-42ED-A62B-8A60312FD163}" presName="CompostProcess" presStyleCnt="0">
        <dgm:presLayoutVars>
          <dgm:dir/>
          <dgm:resizeHandles val="exact"/>
        </dgm:presLayoutVars>
      </dgm:prSet>
      <dgm:spPr/>
    </dgm:pt>
    <dgm:pt modelId="{15E51E5D-81D0-4DF2-A362-5C4D5F521DB6}" type="pres">
      <dgm:prSet presAssocID="{509C245E-B1DA-42ED-A62B-8A60312FD163}" presName="arrow" presStyleLbl="bgShp" presStyleIdx="0" presStyleCnt="1"/>
      <dgm:spPr/>
    </dgm:pt>
    <dgm:pt modelId="{DD4A8CC0-CAFC-4DED-8712-E2BB6D2871B3}" type="pres">
      <dgm:prSet presAssocID="{509C245E-B1DA-42ED-A62B-8A60312FD163}" presName="linearProcess" presStyleCnt="0"/>
      <dgm:spPr/>
    </dgm:pt>
    <dgm:pt modelId="{68327AA4-BCA8-486A-A74D-220FE43DB4DC}" type="pres">
      <dgm:prSet presAssocID="{F758EC16-EC7B-4D7B-A11D-AD50A4608800}" presName="text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BFA52AC-6BE5-4899-9B1A-B25799F10593}" type="pres">
      <dgm:prSet presAssocID="{19524AFB-E9BA-4697-9615-4CBD1B2903D1}" presName="sibTrans" presStyleCnt="0"/>
      <dgm:spPr/>
    </dgm:pt>
    <dgm:pt modelId="{08BDD85D-EBE9-40D6-8210-CB28E8EF65CA}" type="pres">
      <dgm:prSet presAssocID="{764735F1-BF76-449D-8B07-0B92787D7AF3}" presName="text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BC636E8-ABE8-4DDF-A2C7-7641E71FF5B9}" type="pres">
      <dgm:prSet presAssocID="{8E419033-DEBD-4B01-91F9-3E49739CC70D}" presName="sibTrans" presStyleCnt="0"/>
      <dgm:spPr/>
    </dgm:pt>
    <dgm:pt modelId="{ADA9E46B-CB1A-4F05-8EA1-B5F416D01C75}" type="pres">
      <dgm:prSet presAssocID="{D7CA9FDD-784F-44E4-93BD-4192C5C873B6}" presName="text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FDE8C83-C8E8-4611-B643-8E7FCED5A477}" type="pres">
      <dgm:prSet presAssocID="{F3B8C4AC-841F-4EDF-AB80-FC1D481A226D}" presName="sibTrans" presStyleCnt="0"/>
      <dgm:spPr/>
    </dgm:pt>
    <dgm:pt modelId="{8A763A4D-A187-412D-B0B2-1569B5D3E69A}" type="pres">
      <dgm:prSet presAssocID="{6A1FD6F0-987C-457A-A201-D7F78CF676E0}" presName="text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EBFE139-71DB-4595-A248-11A49F84FA12}" type="pres">
      <dgm:prSet presAssocID="{20BF34D3-FF3D-4058-98B2-BA1EE87EDE66}" presName="sibTrans" presStyleCnt="0"/>
      <dgm:spPr/>
    </dgm:pt>
    <dgm:pt modelId="{FCA67553-F1A0-4B7F-9A72-79A81AC9E838}" type="pres">
      <dgm:prSet presAssocID="{FF3B535C-810F-4DC7-AA00-A706E3B8703F}" presName="text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BD8EED9-EB2F-491A-A3EC-374779FF5EF1}" type="pres">
      <dgm:prSet presAssocID="{85F6A05C-5503-4F8E-87A7-51B4BB2B4EA0}" presName="sibTrans" presStyleCnt="0"/>
      <dgm:spPr/>
    </dgm:pt>
    <dgm:pt modelId="{722C9849-5205-4BB2-B1FC-E214F13A419F}" type="pres">
      <dgm:prSet presAssocID="{E4B1D906-2BDB-46A5-B49D-60E2535B79E5}" presName="text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63BC653-D4B8-4362-A74E-FF6E5EC525AD}" type="pres">
      <dgm:prSet presAssocID="{37BC90D8-5041-4CA4-A6E1-CB16296CC759}" presName="sibTrans" presStyleCnt="0"/>
      <dgm:spPr/>
    </dgm:pt>
    <dgm:pt modelId="{1886C003-1D9C-47AD-9EBA-8EA43C89828A}" type="pres">
      <dgm:prSet presAssocID="{166790F5-F9B7-4C02-86CC-206E26520CD5}" presName="text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401F1C59-260A-4A23-BCCD-BCD12C1DBD46}" type="presOf" srcId="{F758EC16-EC7B-4D7B-A11D-AD50A4608800}" destId="{68327AA4-BCA8-486A-A74D-220FE43DB4DC}" srcOrd="0" destOrd="0" presId="urn:microsoft.com/office/officeart/2005/8/layout/hProcess9"/>
    <dgm:cxn modelId="{6F6E15E6-5CFE-499C-AF6E-CB9924826766}" type="presOf" srcId="{166790F5-F9B7-4C02-86CC-206E26520CD5}" destId="{1886C003-1D9C-47AD-9EBA-8EA43C89828A}" srcOrd="0" destOrd="0" presId="urn:microsoft.com/office/officeart/2005/8/layout/hProcess9"/>
    <dgm:cxn modelId="{227FCA00-5608-437C-9E08-BD03F81BA55E}" srcId="{509C245E-B1DA-42ED-A62B-8A60312FD163}" destId="{D7CA9FDD-784F-44E4-93BD-4192C5C873B6}" srcOrd="2" destOrd="0" parTransId="{6FFAB773-A98C-4A48-8EE7-21C80703C2AC}" sibTransId="{F3B8C4AC-841F-4EDF-AB80-FC1D481A226D}"/>
    <dgm:cxn modelId="{C4A43CF4-7447-4449-B5B3-E8C714D1995B}" type="presOf" srcId="{764735F1-BF76-449D-8B07-0B92787D7AF3}" destId="{08BDD85D-EBE9-40D6-8210-CB28E8EF65CA}" srcOrd="0" destOrd="0" presId="urn:microsoft.com/office/officeart/2005/8/layout/hProcess9"/>
    <dgm:cxn modelId="{CB23B417-8136-4FD4-9FEB-614E0EFBD49D}" type="presOf" srcId="{509C245E-B1DA-42ED-A62B-8A60312FD163}" destId="{70B510CB-A884-43EA-8566-0D88C18BF708}" srcOrd="0" destOrd="0" presId="urn:microsoft.com/office/officeart/2005/8/layout/hProcess9"/>
    <dgm:cxn modelId="{58201E31-3200-4087-B489-4E582AAF84A6}" srcId="{509C245E-B1DA-42ED-A62B-8A60312FD163}" destId="{166790F5-F9B7-4C02-86CC-206E26520CD5}" srcOrd="6" destOrd="0" parTransId="{D2FD1EA6-0983-4AFB-AA60-E3C1392DCCA5}" sibTransId="{040C8787-DD58-447C-8654-0C4C4F1F2E58}"/>
    <dgm:cxn modelId="{6B2CC22C-7384-4C0C-8B8B-52D0D28D657E}" srcId="{509C245E-B1DA-42ED-A62B-8A60312FD163}" destId="{6A1FD6F0-987C-457A-A201-D7F78CF676E0}" srcOrd="3" destOrd="0" parTransId="{1E86DE43-981A-4F76-98B6-0DE49A35EBB6}" sibTransId="{20BF34D3-FF3D-4058-98B2-BA1EE87EDE66}"/>
    <dgm:cxn modelId="{23C9FBAC-DC40-41D7-A39E-380C34DB17DE}" type="presOf" srcId="{6A1FD6F0-987C-457A-A201-D7F78CF676E0}" destId="{8A763A4D-A187-412D-B0B2-1569B5D3E69A}" srcOrd="0" destOrd="0" presId="urn:microsoft.com/office/officeart/2005/8/layout/hProcess9"/>
    <dgm:cxn modelId="{02D6A0DA-38E3-438C-A79F-28615A28EA4C}" type="presOf" srcId="{FF3B535C-810F-4DC7-AA00-A706E3B8703F}" destId="{FCA67553-F1A0-4B7F-9A72-79A81AC9E838}" srcOrd="0" destOrd="0" presId="urn:microsoft.com/office/officeart/2005/8/layout/hProcess9"/>
    <dgm:cxn modelId="{947CE5C1-2C58-443A-92FE-6235E26CF2DD}" srcId="{509C245E-B1DA-42ED-A62B-8A60312FD163}" destId="{FF3B535C-810F-4DC7-AA00-A706E3B8703F}" srcOrd="4" destOrd="0" parTransId="{13DB2FDB-15F1-4268-ABF5-5C4A25455A44}" sibTransId="{85F6A05C-5503-4F8E-87A7-51B4BB2B4EA0}"/>
    <dgm:cxn modelId="{4EECE9E9-2290-463E-A91C-16151FF6C488}" srcId="{509C245E-B1DA-42ED-A62B-8A60312FD163}" destId="{E4B1D906-2BDB-46A5-B49D-60E2535B79E5}" srcOrd="5" destOrd="0" parTransId="{A4A6DDBA-6FA4-4205-84ED-92BD5FBDA5F2}" sibTransId="{37BC90D8-5041-4CA4-A6E1-CB16296CC759}"/>
    <dgm:cxn modelId="{0FF105BD-A2E9-4931-8C9D-794E73457064}" type="presOf" srcId="{E4B1D906-2BDB-46A5-B49D-60E2535B79E5}" destId="{722C9849-5205-4BB2-B1FC-E214F13A419F}" srcOrd="0" destOrd="0" presId="urn:microsoft.com/office/officeart/2005/8/layout/hProcess9"/>
    <dgm:cxn modelId="{1FDD202E-3B87-4629-9E64-72EF16AECF6E}" type="presOf" srcId="{D7CA9FDD-784F-44E4-93BD-4192C5C873B6}" destId="{ADA9E46B-CB1A-4F05-8EA1-B5F416D01C75}" srcOrd="0" destOrd="0" presId="urn:microsoft.com/office/officeart/2005/8/layout/hProcess9"/>
    <dgm:cxn modelId="{4D7A8B3B-4CD2-4E26-90A2-792B38ADF866}" srcId="{509C245E-B1DA-42ED-A62B-8A60312FD163}" destId="{764735F1-BF76-449D-8B07-0B92787D7AF3}" srcOrd="1" destOrd="0" parTransId="{4A86D222-4046-4FFA-89CB-B7F0413DA407}" sibTransId="{8E419033-DEBD-4B01-91F9-3E49739CC70D}"/>
    <dgm:cxn modelId="{6FDECB97-A57F-4F42-8E62-684CD5A24910}" srcId="{509C245E-B1DA-42ED-A62B-8A60312FD163}" destId="{F758EC16-EC7B-4D7B-A11D-AD50A4608800}" srcOrd="0" destOrd="0" parTransId="{E4E907F5-6666-4564-B5FA-3B6203642A84}" sibTransId="{19524AFB-E9BA-4697-9615-4CBD1B2903D1}"/>
    <dgm:cxn modelId="{A3FD8195-1514-4A68-95B9-7FEE8F2F4980}" type="presParOf" srcId="{70B510CB-A884-43EA-8566-0D88C18BF708}" destId="{15E51E5D-81D0-4DF2-A362-5C4D5F521DB6}" srcOrd="0" destOrd="0" presId="urn:microsoft.com/office/officeart/2005/8/layout/hProcess9"/>
    <dgm:cxn modelId="{8971A4FD-F012-4E76-996D-8FA450693869}" type="presParOf" srcId="{70B510CB-A884-43EA-8566-0D88C18BF708}" destId="{DD4A8CC0-CAFC-4DED-8712-E2BB6D2871B3}" srcOrd="1" destOrd="0" presId="urn:microsoft.com/office/officeart/2005/8/layout/hProcess9"/>
    <dgm:cxn modelId="{49F8BCA5-A796-4EEB-9918-29F65B3FEF92}" type="presParOf" srcId="{DD4A8CC0-CAFC-4DED-8712-E2BB6D2871B3}" destId="{68327AA4-BCA8-486A-A74D-220FE43DB4DC}" srcOrd="0" destOrd="0" presId="urn:microsoft.com/office/officeart/2005/8/layout/hProcess9"/>
    <dgm:cxn modelId="{CB1357F8-D539-4BAD-83BE-063CEA32F20C}" type="presParOf" srcId="{DD4A8CC0-CAFC-4DED-8712-E2BB6D2871B3}" destId="{8BFA52AC-6BE5-4899-9B1A-B25799F10593}" srcOrd="1" destOrd="0" presId="urn:microsoft.com/office/officeart/2005/8/layout/hProcess9"/>
    <dgm:cxn modelId="{2C8D3C0C-077D-4891-9A5F-9D78402722DD}" type="presParOf" srcId="{DD4A8CC0-CAFC-4DED-8712-E2BB6D2871B3}" destId="{08BDD85D-EBE9-40D6-8210-CB28E8EF65CA}" srcOrd="2" destOrd="0" presId="urn:microsoft.com/office/officeart/2005/8/layout/hProcess9"/>
    <dgm:cxn modelId="{39E9F660-12EA-4D94-8E60-44F165CBF969}" type="presParOf" srcId="{DD4A8CC0-CAFC-4DED-8712-E2BB6D2871B3}" destId="{7BC636E8-ABE8-4DDF-A2C7-7641E71FF5B9}" srcOrd="3" destOrd="0" presId="urn:microsoft.com/office/officeart/2005/8/layout/hProcess9"/>
    <dgm:cxn modelId="{9259E04A-2683-4A70-944B-1BB33DAE3BCE}" type="presParOf" srcId="{DD4A8CC0-CAFC-4DED-8712-E2BB6D2871B3}" destId="{ADA9E46B-CB1A-4F05-8EA1-B5F416D01C75}" srcOrd="4" destOrd="0" presId="urn:microsoft.com/office/officeart/2005/8/layout/hProcess9"/>
    <dgm:cxn modelId="{4E011015-5F72-45C4-B277-0E4279246FEB}" type="presParOf" srcId="{DD4A8CC0-CAFC-4DED-8712-E2BB6D2871B3}" destId="{DFDE8C83-C8E8-4611-B643-8E7FCED5A477}" srcOrd="5" destOrd="0" presId="urn:microsoft.com/office/officeart/2005/8/layout/hProcess9"/>
    <dgm:cxn modelId="{B41C4B93-2E4D-49A9-AF7D-79DC3CF69557}" type="presParOf" srcId="{DD4A8CC0-CAFC-4DED-8712-E2BB6D2871B3}" destId="{8A763A4D-A187-412D-B0B2-1569B5D3E69A}" srcOrd="6" destOrd="0" presId="urn:microsoft.com/office/officeart/2005/8/layout/hProcess9"/>
    <dgm:cxn modelId="{D0F01EC3-D26E-4383-BAA0-6CE50EFB907B}" type="presParOf" srcId="{DD4A8CC0-CAFC-4DED-8712-E2BB6D2871B3}" destId="{3EBFE139-71DB-4595-A248-11A49F84FA12}" srcOrd="7" destOrd="0" presId="urn:microsoft.com/office/officeart/2005/8/layout/hProcess9"/>
    <dgm:cxn modelId="{67A73542-C9DE-4736-8AD7-F1984DC49052}" type="presParOf" srcId="{DD4A8CC0-CAFC-4DED-8712-E2BB6D2871B3}" destId="{FCA67553-F1A0-4B7F-9A72-79A81AC9E838}" srcOrd="8" destOrd="0" presId="urn:microsoft.com/office/officeart/2005/8/layout/hProcess9"/>
    <dgm:cxn modelId="{22FD3119-2FB2-4CEB-A062-338099CA94D4}" type="presParOf" srcId="{DD4A8CC0-CAFC-4DED-8712-E2BB6D2871B3}" destId="{2BD8EED9-EB2F-491A-A3EC-374779FF5EF1}" srcOrd="9" destOrd="0" presId="urn:microsoft.com/office/officeart/2005/8/layout/hProcess9"/>
    <dgm:cxn modelId="{8F53DACB-FC59-4B8E-91C2-8F51464CA0A2}" type="presParOf" srcId="{DD4A8CC0-CAFC-4DED-8712-E2BB6D2871B3}" destId="{722C9849-5205-4BB2-B1FC-E214F13A419F}" srcOrd="10" destOrd="0" presId="urn:microsoft.com/office/officeart/2005/8/layout/hProcess9"/>
    <dgm:cxn modelId="{564F066A-22B7-42B6-A354-B1F657E7C56F}" type="presParOf" srcId="{DD4A8CC0-CAFC-4DED-8712-E2BB6D2871B3}" destId="{E63BC653-D4B8-4362-A74E-FF6E5EC525AD}" srcOrd="11" destOrd="0" presId="urn:microsoft.com/office/officeart/2005/8/layout/hProcess9"/>
    <dgm:cxn modelId="{ABE22FC9-BBFE-4EBE-9AE6-A788807462BC}" type="presParOf" srcId="{DD4A8CC0-CAFC-4DED-8712-E2BB6D2871B3}" destId="{1886C003-1D9C-47AD-9EBA-8EA43C89828A}" srcOrd="1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7BB2A9-7C92-4AC2-8D19-9D1C2D65D6EE}">
      <dsp:nvSpPr>
        <dsp:cNvPr id="0" name=""/>
        <dsp:cNvSpPr/>
      </dsp:nvSpPr>
      <dsp:spPr>
        <a:xfrm>
          <a:off x="2334231" y="1757189"/>
          <a:ext cx="1678549" cy="1678549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kern="1200" dirty="0" smtClean="0"/>
            <a:t>测试指标</a:t>
          </a:r>
          <a:endParaRPr lang="zh-CN" altLang="en-US" sz="2800" kern="1200" dirty="0"/>
        </a:p>
      </dsp:txBody>
      <dsp:txXfrm>
        <a:off x="2580049" y="2003007"/>
        <a:ext cx="1186913" cy="1186913"/>
      </dsp:txXfrm>
    </dsp:sp>
    <dsp:sp modelId="{D7FA24B6-2A13-4D5C-94A0-24805C073133}">
      <dsp:nvSpPr>
        <dsp:cNvPr id="0" name=""/>
        <dsp:cNvSpPr/>
      </dsp:nvSpPr>
      <dsp:spPr>
        <a:xfrm rot="11700000">
          <a:off x="1065284" y="1959658"/>
          <a:ext cx="1248622" cy="478386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8B1B57-E9B4-4714-B684-9E6EAD81FA91}">
      <dsp:nvSpPr>
        <dsp:cNvPr id="0" name=""/>
        <dsp:cNvSpPr/>
      </dsp:nvSpPr>
      <dsp:spPr>
        <a:xfrm>
          <a:off x="289246" y="1399419"/>
          <a:ext cx="1594621" cy="1275697"/>
        </a:xfrm>
        <a:prstGeom prst="roundRect">
          <a:avLst>
            <a:gd name="adj" fmla="val 10000"/>
          </a:avLst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435" tIns="51435" rIns="51435" bIns="5143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700" kern="1200" dirty="0" smtClean="0"/>
            <a:t>用户行为</a:t>
          </a:r>
          <a:endParaRPr lang="zh-CN" altLang="en-US" sz="2700" kern="1200" dirty="0"/>
        </a:p>
      </dsp:txBody>
      <dsp:txXfrm>
        <a:off x="326610" y="1436783"/>
        <a:ext cx="1519893" cy="1200969"/>
      </dsp:txXfrm>
    </dsp:sp>
    <dsp:sp modelId="{193267CF-F126-4727-9852-3B1ABB99EA10}">
      <dsp:nvSpPr>
        <dsp:cNvPr id="0" name=""/>
        <dsp:cNvSpPr/>
      </dsp:nvSpPr>
      <dsp:spPr>
        <a:xfrm rot="14700000">
          <a:off x="1899944" y="964949"/>
          <a:ext cx="1248622" cy="478386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5A112F-655C-4513-912D-5C1F163B83F9}">
      <dsp:nvSpPr>
        <dsp:cNvPr id="0" name=""/>
        <dsp:cNvSpPr/>
      </dsp:nvSpPr>
      <dsp:spPr>
        <a:xfrm>
          <a:off x="1463099" y="476"/>
          <a:ext cx="1594621" cy="1275697"/>
        </a:xfrm>
        <a:prstGeom prst="roundRect">
          <a:avLst>
            <a:gd name="adj" fmla="val 10000"/>
          </a:avLst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435" tIns="51435" rIns="51435" bIns="5143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700" kern="1200" dirty="0" smtClean="0"/>
            <a:t>团队支撑</a:t>
          </a:r>
          <a:endParaRPr lang="zh-CN" altLang="en-US" sz="2700" kern="1200" dirty="0"/>
        </a:p>
      </dsp:txBody>
      <dsp:txXfrm>
        <a:off x="1500463" y="37840"/>
        <a:ext cx="1519893" cy="1200969"/>
      </dsp:txXfrm>
    </dsp:sp>
    <dsp:sp modelId="{E612FE35-D71D-4F76-B4B4-8EF2B0B46B0C}">
      <dsp:nvSpPr>
        <dsp:cNvPr id="0" name=""/>
        <dsp:cNvSpPr/>
      </dsp:nvSpPr>
      <dsp:spPr>
        <a:xfrm rot="17700000">
          <a:off x="3198445" y="964949"/>
          <a:ext cx="1248622" cy="478386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270D4E-9E89-4527-B3FE-49D51489FE7F}">
      <dsp:nvSpPr>
        <dsp:cNvPr id="0" name=""/>
        <dsp:cNvSpPr/>
      </dsp:nvSpPr>
      <dsp:spPr>
        <a:xfrm>
          <a:off x="3289290" y="476"/>
          <a:ext cx="1594621" cy="1275697"/>
        </a:xfrm>
        <a:prstGeom prst="roundRect">
          <a:avLst>
            <a:gd name="adj" fmla="val 10000"/>
          </a:avLst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435" tIns="51435" rIns="51435" bIns="5143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700" kern="1200" dirty="0" smtClean="0"/>
            <a:t>测试工具</a:t>
          </a:r>
          <a:endParaRPr lang="zh-CN" altLang="en-US" sz="2700" kern="1200" dirty="0"/>
        </a:p>
      </dsp:txBody>
      <dsp:txXfrm>
        <a:off x="3326654" y="37840"/>
        <a:ext cx="1519893" cy="1200969"/>
      </dsp:txXfrm>
    </dsp:sp>
    <dsp:sp modelId="{F798FB2B-61F6-4A2D-8E1E-894FC58AC666}">
      <dsp:nvSpPr>
        <dsp:cNvPr id="0" name=""/>
        <dsp:cNvSpPr/>
      </dsp:nvSpPr>
      <dsp:spPr>
        <a:xfrm rot="20700000">
          <a:off x="4033105" y="1959658"/>
          <a:ext cx="1248622" cy="478386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6DE12E-3822-4B38-A28B-1A61D182EE0F}">
      <dsp:nvSpPr>
        <dsp:cNvPr id="0" name=""/>
        <dsp:cNvSpPr/>
      </dsp:nvSpPr>
      <dsp:spPr>
        <a:xfrm>
          <a:off x="4463143" y="1399419"/>
          <a:ext cx="1594621" cy="1275697"/>
        </a:xfrm>
        <a:prstGeom prst="roundRect">
          <a:avLst>
            <a:gd name="adj" fmla="val 10000"/>
          </a:avLst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435" tIns="51435" rIns="51435" bIns="5143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700" kern="1200" dirty="0" smtClean="0"/>
            <a:t>监控分析</a:t>
          </a:r>
          <a:endParaRPr lang="zh-CN" altLang="en-US" sz="2700" kern="1200" dirty="0"/>
        </a:p>
      </dsp:txBody>
      <dsp:txXfrm>
        <a:off x="4500507" y="1436783"/>
        <a:ext cx="1519893" cy="12009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42B17A-3BB5-46EB-8567-2E5FAE8C2F40}">
      <dsp:nvSpPr>
        <dsp:cNvPr id="0" name=""/>
        <dsp:cNvSpPr/>
      </dsp:nvSpPr>
      <dsp:spPr>
        <a:xfrm>
          <a:off x="1106246" y="44487"/>
          <a:ext cx="2135392" cy="2135392"/>
        </a:xfrm>
        <a:prstGeom prst="ellipse">
          <a:avLst/>
        </a:prstGeom>
        <a:solidFill>
          <a:schemeClr val="accent4">
            <a:shade val="80000"/>
            <a:alpha val="5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500" kern="1200" baseline="0" dirty="0" smtClean="0"/>
            <a:t>并发用户</a:t>
          </a:r>
          <a:endParaRPr lang="zh-CN" altLang="en-US" sz="2500" kern="1200" baseline="0" dirty="0"/>
        </a:p>
      </dsp:txBody>
      <dsp:txXfrm>
        <a:off x="1390965" y="418181"/>
        <a:ext cx="1565954" cy="960926"/>
      </dsp:txXfrm>
    </dsp:sp>
    <dsp:sp modelId="{08399F6E-4181-41A0-8C70-4CB450BEC939}">
      <dsp:nvSpPr>
        <dsp:cNvPr id="0" name=""/>
        <dsp:cNvSpPr/>
      </dsp:nvSpPr>
      <dsp:spPr>
        <a:xfrm>
          <a:off x="1876767" y="1379107"/>
          <a:ext cx="2135392" cy="2135392"/>
        </a:xfrm>
        <a:prstGeom prst="ellipse">
          <a:avLst/>
        </a:prstGeom>
        <a:solidFill>
          <a:schemeClr val="accent4">
            <a:shade val="80000"/>
            <a:alpha val="50000"/>
            <a:hueOff val="-421055"/>
            <a:satOff val="0"/>
            <a:lumOff val="27634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500" kern="1200" baseline="0" dirty="0" smtClean="0"/>
            <a:t>吞吐量</a:t>
          </a:r>
          <a:endParaRPr lang="zh-CN" altLang="en-US" sz="2500" kern="1200" baseline="0" dirty="0"/>
        </a:p>
      </dsp:txBody>
      <dsp:txXfrm>
        <a:off x="2529841" y="1930750"/>
        <a:ext cx="1281235" cy="1174466"/>
      </dsp:txXfrm>
    </dsp:sp>
    <dsp:sp modelId="{AE21A852-8464-4B03-A629-3D04612C35FD}">
      <dsp:nvSpPr>
        <dsp:cNvPr id="0" name=""/>
        <dsp:cNvSpPr/>
      </dsp:nvSpPr>
      <dsp:spPr>
        <a:xfrm>
          <a:off x="335725" y="1379107"/>
          <a:ext cx="2135392" cy="2135392"/>
        </a:xfrm>
        <a:prstGeom prst="ellipse">
          <a:avLst/>
        </a:prstGeom>
        <a:solidFill>
          <a:schemeClr val="accent4">
            <a:shade val="80000"/>
            <a:alpha val="50000"/>
            <a:hueOff val="-421055"/>
            <a:satOff val="0"/>
            <a:lumOff val="27634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500" kern="1200" baseline="0" dirty="0" smtClean="0"/>
            <a:t>响应时间</a:t>
          </a:r>
          <a:endParaRPr lang="zh-CN" altLang="en-US" sz="2500" kern="1200" baseline="0" dirty="0"/>
        </a:p>
      </dsp:txBody>
      <dsp:txXfrm>
        <a:off x="536808" y="1930750"/>
        <a:ext cx="1281235" cy="11744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606166-7429-4675-8743-2DDDA49A9991}">
      <dsp:nvSpPr>
        <dsp:cNvPr id="0" name=""/>
        <dsp:cNvSpPr/>
      </dsp:nvSpPr>
      <dsp:spPr>
        <a:xfrm>
          <a:off x="355350" y="691"/>
          <a:ext cx="1432970" cy="143297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8861" tIns="30480" rIns="78861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系统资源</a:t>
          </a:r>
          <a:endParaRPr lang="zh-CN" altLang="en-US" sz="2400" kern="1200" dirty="0"/>
        </a:p>
      </dsp:txBody>
      <dsp:txXfrm>
        <a:off x="565204" y="210545"/>
        <a:ext cx="1013262" cy="1013262"/>
      </dsp:txXfrm>
    </dsp:sp>
    <dsp:sp modelId="{8284196B-0C2B-4BC7-BABB-12CD250A051E}">
      <dsp:nvSpPr>
        <dsp:cNvPr id="0" name=""/>
        <dsp:cNvSpPr/>
      </dsp:nvSpPr>
      <dsp:spPr>
        <a:xfrm>
          <a:off x="1501726" y="691"/>
          <a:ext cx="1432970" cy="143297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8861" tIns="29210" rIns="78861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300" kern="1200" smtClean="0"/>
            <a:t>网络资源</a:t>
          </a:r>
          <a:endParaRPr lang="zh-CN" altLang="en-US" sz="2300" kern="1200" dirty="0"/>
        </a:p>
      </dsp:txBody>
      <dsp:txXfrm>
        <a:off x="1711580" y="210545"/>
        <a:ext cx="1013262" cy="101326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E51E5D-81D0-4DF2-A362-5C4D5F521DB6}">
      <dsp:nvSpPr>
        <dsp:cNvPr id="0" name=""/>
        <dsp:cNvSpPr/>
      </dsp:nvSpPr>
      <dsp:spPr>
        <a:xfrm>
          <a:off x="507251" y="0"/>
          <a:ext cx="5748850" cy="3505869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8327AA4-BCA8-486A-A74D-220FE43DB4DC}">
      <dsp:nvSpPr>
        <dsp:cNvPr id="0" name=""/>
        <dsp:cNvSpPr/>
      </dsp:nvSpPr>
      <dsp:spPr>
        <a:xfrm>
          <a:off x="3250" y="1051760"/>
          <a:ext cx="899310" cy="140234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29999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需求目标</a:t>
          </a:r>
          <a:endParaRPr lang="zh-CN" altLang="en-US" sz="2400" kern="1200" dirty="0"/>
        </a:p>
      </dsp:txBody>
      <dsp:txXfrm>
        <a:off x="47151" y="1095661"/>
        <a:ext cx="811508" cy="1314545"/>
      </dsp:txXfrm>
    </dsp:sp>
    <dsp:sp modelId="{08BDD85D-EBE9-40D6-8210-CB28E8EF65CA}">
      <dsp:nvSpPr>
        <dsp:cNvPr id="0" name=""/>
        <dsp:cNvSpPr/>
      </dsp:nvSpPr>
      <dsp:spPr>
        <a:xfrm>
          <a:off x="979507" y="1051760"/>
          <a:ext cx="899310" cy="140234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29999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分析体系</a:t>
          </a:r>
          <a:endParaRPr lang="zh-CN" altLang="en-US" sz="2400" kern="1200" dirty="0"/>
        </a:p>
      </dsp:txBody>
      <dsp:txXfrm>
        <a:off x="1023408" y="1095661"/>
        <a:ext cx="811508" cy="1314545"/>
      </dsp:txXfrm>
    </dsp:sp>
    <dsp:sp modelId="{ADA9E46B-CB1A-4F05-8EA1-B5F416D01C75}">
      <dsp:nvSpPr>
        <dsp:cNvPr id="0" name=""/>
        <dsp:cNvSpPr/>
      </dsp:nvSpPr>
      <dsp:spPr>
        <a:xfrm>
          <a:off x="1955764" y="1051760"/>
          <a:ext cx="899310" cy="140234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29999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计划方案</a:t>
          </a:r>
          <a:endParaRPr lang="zh-CN" altLang="en-US" sz="2400" kern="1200" dirty="0"/>
        </a:p>
      </dsp:txBody>
      <dsp:txXfrm>
        <a:off x="1999665" y="1095661"/>
        <a:ext cx="811508" cy="1314545"/>
      </dsp:txXfrm>
    </dsp:sp>
    <dsp:sp modelId="{8A763A4D-A187-412D-B0B2-1569B5D3E69A}">
      <dsp:nvSpPr>
        <dsp:cNvPr id="0" name=""/>
        <dsp:cNvSpPr/>
      </dsp:nvSpPr>
      <dsp:spPr>
        <a:xfrm>
          <a:off x="2932021" y="1051760"/>
          <a:ext cx="899310" cy="140234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29999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场景用例</a:t>
          </a:r>
          <a:endParaRPr lang="zh-CN" altLang="en-US" sz="2400" kern="1200" dirty="0"/>
        </a:p>
      </dsp:txBody>
      <dsp:txXfrm>
        <a:off x="2975922" y="1095661"/>
        <a:ext cx="811508" cy="1314545"/>
      </dsp:txXfrm>
    </dsp:sp>
    <dsp:sp modelId="{FCA67553-F1A0-4B7F-9A72-79A81AC9E838}">
      <dsp:nvSpPr>
        <dsp:cNvPr id="0" name=""/>
        <dsp:cNvSpPr/>
      </dsp:nvSpPr>
      <dsp:spPr>
        <a:xfrm>
          <a:off x="3908278" y="1051760"/>
          <a:ext cx="899310" cy="140234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29999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执行用例</a:t>
          </a:r>
          <a:endParaRPr lang="zh-CN" altLang="en-US" sz="2400" kern="1200" dirty="0"/>
        </a:p>
      </dsp:txBody>
      <dsp:txXfrm>
        <a:off x="3952179" y="1095661"/>
        <a:ext cx="811508" cy="1314545"/>
      </dsp:txXfrm>
    </dsp:sp>
    <dsp:sp modelId="{722C9849-5205-4BB2-B1FC-E214F13A419F}">
      <dsp:nvSpPr>
        <dsp:cNvPr id="0" name=""/>
        <dsp:cNvSpPr/>
      </dsp:nvSpPr>
      <dsp:spPr>
        <a:xfrm>
          <a:off x="4884534" y="1051760"/>
          <a:ext cx="899310" cy="140234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29999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结果分析</a:t>
          </a:r>
          <a:endParaRPr lang="zh-CN" altLang="en-US" sz="2400" kern="1200" dirty="0"/>
        </a:p>
      </dsp:txBody>
      <dsp:txXfrm>
        <a:off x="4928435" y="1095661"/>
        <a:ext cx="811508" cy="1314545"/>
      </dsp:txXfrm>
    </dsp:sp>
    <dsp:sp modelId="{1886C003-1D9C-47AD-9EBA-8EA43C89828A}">
      <dsp:nvSpPr>
        <dsp:cNvPr id="0" name=""/>
        <dsp:cNvSpPr/>
      </dsp:nvSpPr>
      <dsp:spPr>
        <a:xfrm>
          <a:off x="5860791" y="1051760"/>
          <a:ext cx="899310" cy="140234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29999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测试报告</a:t>
          </a:r>
          <a:endParaRPr lang="zh-CN" altLang="en-US" sz="2400" kern="1200" dirty="0"/>
        </a:p>
      </dsp:txBody>
      <dsp:txXfrm>
        <a:off x="5904692" y="1095661"/>
        <a:ext cx="811508" cy="13145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292699-D5BD-48BB-A6FB-066B1FED9C54}" type="datetimeFigureOut">
              <a:rPr lang="zh-CN" altLang="en-US" smtClean="0"/>
              <a:t>2017/6/30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8C915B-FA71-4103-ACE7-6EA8154077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71510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D213FB-FFB8-41A6-8874-6CA8A34E8999}" type="datetimeFigureOut">
              <a:rPr lang="zh-CN" altLang="en-US" smtClean="0"/>
              <a:t>2017/6/30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D1DCA7-3E91-4BC2-9BE6-6413C14B14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7180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105" rtl="0" eaLnBrk="1" latinLnBrk="0" hangingPunct="1">
      <a:defRPr sz="935" kern="1200">
        <a:solidFill>
          <a:schemeClr val="tx1"/>
        </a:solidFill>
        <a:latin typeface="+mn-lt"/>
        <a:ea typeface="+mn-ea"/>
        <a:cs typeface="+mn-cs"/>
      </a:defRPr>
    </a:lvl1pPr>
    <a:lvl2pPr marL="356870" algn="l" defTabSz="713105" rtl="0" eaLnBrk="1" latinLnBrk="0" hangingPunct="1">
      <a:defRPr sz="935" kern="1200">
        <a:solidFill>
          <a:schemeClr val="tx1"/>
        </a:solidFill>
        <a:latin typeface="+mn-lt"/>
        <a:ea typeface="+mn-ea"/>
        <a:cs typeface="+mn-cs"/>
      </a:defRPr>
    </a:lvl2pPr>
    <a:lvl3pPr marL="713105" algn="l" defTabSz="713105" rtl="0" eaLnBrk="1" latinLnBrk="0" hangingPunct="1">
      <a:defRPr sz="935" kern="1200">
        <a:solidFill>
          <a:schemeClr val="tx1"/>
        </a:solidFill>
        <a:latin typeface="+mn-lt"/>
        <a:ea typeface="+mn-ea"/>
        <a:cs typeface="+mn-cs"/>
      </a:defRPr>
    </a:lvl3pPr>
    <a:lvl4pPr marL="1069975" algn="l" defTabSz="713105" rtl="0" eaLnBrk="1" latinLnBrk="0" hangingPunct="1">
      <a:defRPr sz="935" kern="1200">
        <a:solidFill>
          <a:schemeClr val="tx1"/>
        </a:solidFill>
        <a:latin typeface="+mn-lt"/>
        <a:ea typeface="+mn-ea"/>
        <a:cs typeface="+mn-cs"/>
      </a:defRPr>
    </a:lvl4pPr>
    <a:lvl5pPr marL="1426210" algn="l" defTabSz="713105" rtl="0" eaLnBrk="1" latinLnBrk="0" hangingPunct="1">
      <a:defRPr sz="935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105" rtl="0" eaLnBrk="1" latinLnBrk="0" hangingPunct="1">
      <a:defRPr sz="935" kern="1200">
        <a:solidFill>
          <a:schemeClr val="tx1"/>
        </a:solidFill>
        <a:latin typeface="+mn-lt"/>
        <a:ea typeface="+mn-ea"/>
        <a:cs typeface="+mn-cs"/>
      </a:defRPr>
    </a:lvl6pPr>
    <a:lvl7pPr marL="2139950" algn="l" defTabSz="713105" rtl="0" eaLnBrk="1" latinLnBrk="0" hangingPunct="1">
      <a:defRPr sz="935" kern="1200">
        <a:solidFill>
          <a:schemeClr val="tx1"/>
        </a:solidFill>
        <a:latin typeface="+mn-lt"/>
        <a:ea typeface="+mn-ea"/>
        <a:cs typeface="+mn-cs"/>
      </a:defRPr>
    </a:lvl7pPr>
    <a:lvl8pPr marL="2496185" algn="l" defTabSz="713105" rtl="0" eaLnBrk="1" latinLnBrk="0" hangingPunct="1">
      <a:defRPr sz="935" kern="1200">
        <a:solidFill>
          <a:schemeClr val="tx1"/>
        </a:solidFill>
        <a:latin typeface="+mn-lt"/>
        <a:ea typeface="+mn-ea"/>
        <a:cs typeface="+mn-cs"/>
      </a:defRPr>
    </a:lvl8pPr>
    <a:lvl9pPr marL="2853055" algn="l" defTabSz="713105" rtl="0" eaLnBrk="1" latinLnBrk="0" hangingPunct="1">
      <a:defRPr sz="93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4" name="Shape 5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 smtClean="0"/>
              <a:t>预估时长：</a:t>
            </a:r>
          </a:p>
          <a:p>
            <a:r>
              <a:rPr lang="zh-CN" altLang="en-US" dirty="0" smtClean="0"/>
              <a:t>授课方式：</a:t>
            </a:r>
          </a:p>
          <a:p>
            <a:r>
              <a:rPr lang="zh-CN" altLang="en-US" dirty="0" smtClean="0"/>
              <a:t>授课流程：</a:t>
            </a:r>
            <a:endParaRPr lang="en-US" altLang="zh-CN" dirty="0" smtClean="0"/>
          </a:p>
          <a:p>
            <a:r>
              <a:rPr lang="zh-CN" altLang="en-US" dirty="0" smtClean="0"/>
              <a:t>第</a:t>
            </a:r>
            <a:r>
              <a:rPr lang="en-US" altLang="zh-CN" dirty="0" smtClean="0"/>
              <a:t>1</a:t>
            </a:r>
            <a:r>
              <a:rPr lang="zh-CN" altLang="en-US" dirty="0" smtClean="0"/>
              <a:t>步：</a:t>
            </a:r>
            <a:endParaRPr lang="en-US" altLang="zh-CN" dirty="0" smtClean="0"/>
          </a:p>
          <a:p>
            <a:r>
              <a:rPr lang="zh-CN" altLang="en-US" dirty="0" smtClean="0"/>
              <a:t>第</a:t>
            </a:r>
            <a:r>
              <a:rPr lang="en-US" altLang="zh-CN" dirty="0" smtClean="0"/>
              <a:t>2</a:t>
            </a:r>
            <a:r>
              <a:rPr lang="zh-CN" altLang="en-US" dirty="0" smtClean="0"/>
              <a:t>步：</a:t>
            </a:r>
            <a:endParaRPr lang="en-US" altLang="zh-CN" dirty="0" smtClean="0"/>
          </a:p>
          <a:p>
            <a:r>
              <a:rPr lang="zh-CN" altLang="en-US" dirty="0" smtClean="0"/>
              <a:t>第</a:t>
            </a:r>
            <a:r>
              <a:rPr lang="en-US" altLang="zh-CN" dirty="0" smtClean="0"/>
              <a:t>3</a:t>
            </a:r>
            <a:r>
              <a:rPr lang="zh-CN" altLang="en-US" dirty="0" smtClean="0"/>
              <a:t>步：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5247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预估时长：</a:t>
            </a:r>
            <a:endParaRPr lang="en-US" altLang="zh-CN" dirty="0" smtClean="0"/>
          </a:p>
          <a:p>
            <a:r>
              <a:rPr lang="zh-CN" altLang="en-US" dirty="0" smtClean="0"/>
              <a:t>授课方式：</a:t>
            </a:r>
            <a:endParaRPr lang="en-US" altLang="zh-CN" dirty="0" smtClean="0"/>
          </a:p>
          <a:p>
            <a:r>
              <a:rPr lang="zh-CN" altLang="en-US" dirty="0" smtClean="0"/>
              <a:t>授课流程：</a:t>
            </a:r>
            <a:endParaRPr lang="en-US" altLang="zh-CN" dirty="0" smtClean="0"/>
          </a:p>
          <a:p>
            <a:r>
              <a:rPr lang="zh-CN" altLang="en-US" dirty="0" smtClean="0"/>
              <a:t>第</a:t>
            </a:r>
            <a:r>
              <a:rPr lang="en-US" altLang="zh-CN" dirty="0" smtClean="0"/>
              <a:t>1</a:t>
            </a:r>
            <a:r>
              <a:rPr lang="zh-CN" altLang="en-US" dirty="0" smtClean="0"/>
              <a:t>步：</a:t>
            </a:r>
            <a:endParaRPr lang="en-US" altLang="zh-CN" dirty="0" smtClean="0"/>
          </a:p>
          <a:p>
            <a:r>
              <a:rPr lang="zh-CN" altLang="en-US" dirty="0" smtClean="0"/>
              <a:t>第</a:t>
            </a:r>
            <a:r>
              <a:rPr lang="en-US" altLang="zh-CN" dirty="0" smtClean="0"/>
              <a:t>2</a:t>
            </a:r>
            <a:r>
              <a:rPr lang="zh-CN" altLang="en-US" dirty="0" smtClean="0"/>
              <a:t>步：</a:t>
            </a:r>
            <a:endParaRPr lang="en-US" altLang="zh-CN" dirty="0" smtClean="0"/>
          </a:p>
          <a:p>
            <a:r>
              <a:rPr lang="zh-CN" altLang="en-US" dirty="0" smtClean="0"/>
              <a:t>第</a:t>
            </a:r>
            <a:r>
              <a:rPr lang="en-US" altLang="zh-CN" dirty="0" smtClean="0"/>
              <a:t>3</a:t>
            </a:r>
            <a:r>
              <a:rPr lang="zh-CN" altLang="en-US" dirty="0" smtClean="0"/>
              <a:t>步：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D1DCA7-3E91-4BC2-9BE6-6413C14B147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818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D1DCA7-3E91-4BC2-9BE6-6413C14B147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483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8362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预估时长：</a:t>
            </a:r>
            <a:endParaRPr lang="en-US" altLang="zh-CN" dirty="0" smtClean="0"/>
          </a:p>
          <a:p>
            <a:r>
              <a:rPr lang="zh-CN" altLang="en-US" dirty="0" smtClean="0"/>
              <a:t>授课方式：</a:t>
            </a:r>
            <a:endParaRPr lang="en-US" altLang="zh-CN" dirty="0" smtClean="0"/>
          </a:p>
          <a:p>
            <a:r>
              <a:rPr lang="zh-CN" altLang="en-US" dirty="0" smtClean="0"/>
              <a:t>授课流程：</a:t>
            </a:r>
            <a:endParaRPr lang="en-US" altLang="zh-CN" dirty="0" smtClean="0"/>
          </a:p>
          <a:p>
            <a:r>
              <a:rPr lang="zh-CN" altLang="en-US" dirty="0" smtClean="0"/>
              <a:t>第</a:t>
            </a:r>
            <a:r>
              <a:rPr lang="en-US" altLang="zh-CN" dirty="0" smtClean="0"/>
              <a:t>1</a:t>
            </a:r>
            <a:r>
              <a:rPr lang="zh-CN" altLang="en-US" dirty="0" smtClean="0"/>
              <a:t>步：</a:t>
            </a:r>
            <a:endParaRPr lang="en-US" altLang="zh-CN" dirty="0" smtClean="0"/>
          </a:p>
          <a:p>
            <a:r>
              <a:rPr lang="zh-CN" altLang="en-US" dirty="0" smtClean="0"/>
              <a:t>第</a:t>
            </a:r>
            <a:r>
              <a:rPr lang="en-US" altLang="zh-CN" dirty="0" smtClean="0"/>
              <a:t>2</a:t>
            </a:r>
            <a:r>
              <a:rPr lang="zh-CN" altLang="en-US" dirty="0" smtClean="0"/>
              <a:t>步：</a:t>
            </a:r>
            <a:endParaRPr lang="en-US" altLang="zh-CN" dirty="0" smtClean="0"/>
          </a:p>
          <a:p>
            <a:r>
              <a:rPr lang="zh-CN" altLang="en-US" dirty="0" smtClean="0"/>
              <a:t>第</a:t>
            </a:r>
            <a:r>
              <a:rPr lang="en-US" altLang="zh-CN" dirty="0" smtClean="0"/>
              <a:t>3</a:t>
            </a:r>
            <a:r>
              <a:rPr lang="zh-CN" altLang="en-US" dirty="0" smtClean="0"/>
              <a:t>步：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D1DCA7-3E91-4BC2-9BE6-6413C14B147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3726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预估时长：</a:t>
            </a:r>
            <a:endParaRPr lang="en-US" altLang="zh-CN" dirty="0" smtClean="0"/>
          </a:p>
          <a:p>
            <a:r>
              <a:rPr lang="zh-CN" altLang="en-US" dirty="0" smtClean="0"/>
              <a:t>授课方式：</a:t>
            </a:r>
            <a:endParaRPr lang="en-US" altLang="zh-CN" dirty="0" smtClean="0"/>
          </a:p>
          <a:p>
            <a:r>
              <a:rPr lang="zh-CN" altLang="en-US" dirty="0" smtClean="0"/>
              <a:t>授课流程：</a:t>
            </a:r>
            <a:endParaRPr lang="en-US" altLang="zh-CN" dirty="0" smtClean="0"/>
          </a:p>
          <a:p>
            <a:r>
              <a:rPr lang="zh-CN" altLang="en-US" dirty="0" smtClean="0"/>
              <a:t>第</a:t>
            </a:r>
            <a:r>
              <a:rPr lang="en-US" altLang="zh-CN" dirty="0" smtClean="0"/>
              <a:t>1</a:t>
            </a:r>
            <a:r>
              <a:rPr lang="zh-CN" altLang="en-US" dirty="0" smtClean="0"/>
              <a:t>步：</a:t>
            </a:r>
            <a:endParaRPr lang="en-US" altLang="zh-CN" dirty="0" smtClean="0"/>
          </a:p>
          <a:p>
            <a:r>
              <a:rPr lang="zh-CN" altLang="en-US" dirty="0" smtClean="0"/>
              <a:t>第</a:t>
            </a:r>
            <a:r>
              <a:rPr lang="en-US" altLang="zh-CN" dirty="0" smtClean="0"/>
              <a:t>2</a:t>
            </a:r>
            <a:r>
              <a:rPr lang="zh-CN" altLang="en-US" dirty="0" smtClean="0"/>
              <a:t>步：</a:t>
            </a:r>
            <a:endParaRPr lang="en-US" altLang="zh-CN" dirty="0" smtClean="0"/>
          </a:p>
          <a:p>
            <a:r>
              <a:rPr lang="zh-CN" altLang="en-US" dirty="0" smtClean="0"/>
              <a:t>第</a:t>
            </a:r>
            <a:r>
              <a:rPr lang="en-US" altLang="zh-CN" dirty="0" smtClean="0"/>
              <a:t>3</a:t>
            </a:r>
            <a:r>
              <a:rPr lang="zh-CN" altLang="en-US" dirty="0" smtClean="0"/>
              <a:t>步：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D1DCA7-3E91-4BC2-9BE6-6413C14B147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60474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D1DCA7-3E91-4BC2-9BE6-6413C14B147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76665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D1DCA7-3E91-4BC2-9BE6-6413C14B147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38914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60562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12358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69209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70421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67128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81999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3631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846688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57070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44885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43240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4660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3470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26183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97535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359755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58651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5089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57701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63578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38824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69506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76312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05190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232590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Shape 699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00" name="Shape 70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n-lt"/>
                <a:ea typeface="+mn-ea"/>
                <a:cs typeface="+mn-cs"/>
                <a:sym typeface="Helvetica"/>
              </a:rPr>
              <a:t>预估时长：</a:t>
            </a:r>
          </a:p>
          <a:p>
            <a:r>
              <a:rPr>
                <a:latin typeface="+mn-lt"/>
                <a:ea typeface="+mn-ea"/>
                <a:cs typeface="+mn-cs"/>
                <a:sym typeface="Helvetica"/>
              </a:rPr>
              <a:t>授课方式：</a:t>
            </a:r>
          </a:p>
          <a:p>
            <a:r>
              <a:rPr>
                <a:latin typeface="+mn-lt"/>
                <a:ea typeface="+mn-ea"/>
                <a:cs typeface="+mn-cs"/>
                <a:sym typeface="Helvetica"/>
              </a:rPr>
              <a:t>授课流程：</a:t>
            </a:r>
          </a:p>
          <a:p>
            <a:r>
              <a:rPr>
                <a:latin typeface="+mn-lt"/>
                <a:ea typeface="+mn-ea"/>
                <a:cs typeface="+mn-cs"/>
                <a:sym typeface="Helvetica"/>
              </a:rPr>
              <a:t>第</a:t>
            </a:r>
            <a:r>
              <a:t>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步：</a:t>
            </a:r>
          </a:p>
          <a:p>
            <a:r>
              <a:rPr>
                <a:latin typeface="+mn-lt"/>
                <a:ea typeface="+mn-ea"/>
                <a:cs typeface="+mn-cs"/>
                <a:sym typeface="Helvetica"/>
              </a:rPr>
              <a:t>第</a:t>
            </a:r>
            <a:r>
              <a:t>2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步：</a:t>
            </a:r>
          </a:p>
          <a:p>
            <a:r>
              <a:rPr>
                <a:latin typeface="+mn-lt"/>
                <a:ea typeface="+mn-ea"/>
                <a:cs typeface="+mn-cs"/>
                <a:sym typeface="Helvetica"/>
              </a:rPr>
              <a:t>第</a:t>
            </a:r>
            <a:r>
              <a:t>3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步：</a:t>
            </a:r>
          </a:p>
        </p:txBody>
      </p:sp>
    </p:spTree>
    <p:extLst>
      <p:ext uri="{BB962C8B-B14F-4D97-AF65-F5344CB8AC3E}">
        <p14:creationId xmlns:p14="http://schemas.microsoft.com/office/powerpoint/2010/main" val="322660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>
            <a:spLocks noGrp="1"/>
          </p:cNvSpPr>
          <p:nvPr>
            <p:ph type="title" hasCustomPrompt="1"/>
          </p:nvPr>
        </p:nvSpPr>
        <p:spPr>
          <a:xfrm>
            <a:off x="1159495" y="2517596"/>
            <a:ext cx="7133735" cy="958674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4950"/>
              </a:lnSpc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标题文本</a:t>
            </a:r>
          </a:p>
        </p:txBody>
      </p:sp>
      <p:sp>
        <p:nvSpPr>
          <p:cNvPr id="13" name="Shape 1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14" name="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2" name="Shape 2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F8A23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176065" y="193103"/>
            <a:ext cx="8791870" cy="53614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image3.jpg"/>
          <p:cNvPicPr>
            <a:picLocks noChangeAspect="1"/>
          </p:cNvPicPr>
          <p:nvPr userDrawn="1"/>
        </p:nvPicPr>
        <p:blipFill rotWithShape="1">
          <a:blip r:embed="rId2"/>
          <a:srcRect l="48406" b="14699"/>
          <a:stretch>
            <a:fillRect/>
          </a:stretch>
        </p:blipFill>
        <p:spPr>
          <a:xfrm>
            <a:off x="4250197" y="193103"/>
            <a:ext cx="4717738" cy="4874943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2" name="矩形 1"/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FFFFF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6" name="image3.jpg"/>
          <p:cNvPicPr>
            <a:picLocks noChangeAspect="1"/>
          </p:cNvPicPr>
          <p:nvPr userDrawn="1"/>
        </p:nvPicPr>
        <p:blipFill rotWithShape="1">
          <a:blip r:embed="rId2"/>
          <a:srcRect l="48406" b="14699"/>
          <a:stretch>
            <a:fillRect/>
          </a:stretch>
        </p:blipFill>
        <p:spPr>
          <a:xfrm>
            <a:off x="4128999" y="1079"/>
            <a:ext cx="5015001" cy="518211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9" name="Shape 39"/>
          <p:cNvSpPr>
            <a:spLocks noGrp="1"/>
          </p:cNvSpPr>
          <p:nvPr>
            <p:ph type="sldNum" sz="quarter" idx="2"/>
          </p:nvPr>
        </p:nvSpPr>
        <p:spPr>
          <a:xfrm>
            <a:off x="8288367" y="5333678"/>
            <a:ext cx="226983" cy="230832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/>
          <a:lstStyle/>
          <a:p>
            <a:fld id="{97D58658-8C66-400E-8FEA-5F14737A3025}" type="datetime1">
              <a:rPr lang="zh-CN" altLang="en-US" smtClean="0"/>
              <a:t>2017/6/30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2A555-F0B1-4664-B0F1-88E53EB8BB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/>
          <a:lstStyle/>
          <a:p>
            <a:fld id="{7E56B5A2-3E7C-4379-9FE9-2E75A66832C6}" type="datetime1">
              <a:rPr lang="zh-CN" altLang="en-US" smtClean="0"/>
              <a:t>2017/6/30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2A555-F0B1-4664-B0F1-88E53EB8BB7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44000" cy="5715001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/>
          <a:lstStyle/>
          <a:p>
            <a:fld id="{97D58658-8C66-400E-8FEA-5F14737A3025}" type="datetime1">
              <a:rPr lang="zh-CN" altLang="en-US" smtClean="0"/>
              <a:t>2017/6/30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2A555-F0B1-4664-B0F1-88E53EB8BB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/>
          <a:lstStyle/>
          <a:p>
            <a:fld id="{7E56B5A2-3E7C-4379-9FE9-2E75A66832C6}" type="datetime1">
              <a:rPr lang="zh-CN" altLang="en-US" smtClean="0"/>
              <a:t>2017/6/30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2A555-F0B1-4664-B0F1-88E53EB8BB7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44000" cy="5715001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/>
          <a:lstStyle/>
          <a:p>
            <a:fld id="{97D58658-8C66-400E-8FEA-5F14737A3025}" type="datetime1">
              <a:rPr lang="zh-CN" altLang="en-US" smtClean="0"/>
              <a:t>2017/6/30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2A555-F0B1-4664-B0F1-88E53EB8BB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/>
          <a:lstStyle/>
          <a:p>
            <a:fld id="{7E56B5A2-3E7C-4379-9FE9-2E75A66832C6}" type="datetime1">
              <a:rPr lang="zh-CN" altLang="en-US" smtClean="0"/>
              <a:t>2017/6/30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2A555-F0B1-4664-B0F1-88E53EB8BB7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44000" cy="5715001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-2"/>
            <a:ext cx="9144000" cy="571500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Shape 3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8281955" y="5333679"/>
            <a:ext cx="233396" cy="2308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5" name="Shape 5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Arial Black" panose="020B0A04020102020204"/>
          <a:ea typeface="Arial Black" panose="020B0A04020102020204"/>
          <a:cs typeface="Arial Black" panose="020B0A04020102020204"/>
          <a:sym typeface="Arial Black" panose="020B0A04020102020204"/>
        </a:defRPr>
      </a:lvl1pPr>
      <a:lvl2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Arial Black" panose="020B0A04020102020204"/>
          <a:ea typeface="Arial Black" panose="020B0A04020102020204"/>
          <a:cs typeface="Arial Black" panose="020B0A04020102020204"/>
          <a:sym typeface="Arial Black" panose="020B0A04020102020204"/>
        </a:defRPr>
      </a:lvl2pPr>
      <a:lvl3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Arial Black" panose="020B0A04020102020204"/>
          <a:ea typeface="Arial Black" panose="020B0A04020102020204"/>
          <a:cs typeface="Arial Black" panose="020B0A04020102020204"/>
          <a:sym typeface="Arial Black" panose="020B0A04020102020204"/>
        </a:defRPr>
      </a:lvl3pPr>
      <a:lvl4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Arial Black" panose="020B0A04020102020204"/>
          <a:ea typeface="Arial Black" panose="020B0A04020102020204"/>
          <a:cs typeface="Arial Black" panose="020B0A04020102020204"/>
          <a:sym typeface="Arial Black" panose="020B0A04020102020204"/>
        </a:defRPr>
      </a:lvl4pPr>
      <a:lvl5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Arial Black" panose="020B0A04020102020204"/>
          <a:ea typeface="Arial Black" panose="020B0A04020102020204"/>
          <a:cs typeface="Arial Black" panose="020B0A04020102020204"/>
          <a:sym typeface="Arial Black" panose="020B0A04020102020204"/>
        </a:defRPr>
      </a:lvl5pPr>
      <a:lvl6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Arial Black" panose="020B0A04020102020204"/>
          <a:ea typeface="Arial Black" panose="020B0A04020102020204"/>
          <a:cs typeface="Arial Black" panose="020B0A04020102020204"/>
          <a:sym typeface="Arial Black" panose="020B0A04020102020204"/>
        </a:defRPr>
      </a:lvl6pPr>
      <a:lvl7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Arial Black" panose="020B0A04020102020204"/>
          <a:ea typeface="Arial Black" panose="020B0A04020102020204"/>
          <a:cs typeface="Arial Black" panose="020B0A04020102020204"/>
          <a:sym typeface="Arial Black" panose="020B0A04020102020204"/>
        </a:defRPr>
      </a:lvl7pPr>
      <a:lvl8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Arial Black" panose="020B0A04020102020204"/>
          <a:ea typeface="Arial Black" panose="020B0A04020102020204"/>
          <a:cs typeface="Arial Black" panose="020B0A04020102020204"/>
          <a:sym typeface="Arial Black" panose="020B0A04020102020204"/>
        </a:defRPr>
      </a:lvl8pPr>
      <a:lvl9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Arial Black" panose="020B0A04020102020204"/>
          <a:ea typeface="Arial Black" panose="020B0A04020102020204"/>
          <a:cs typeface="Arial Black" panose="020B0A04020102020204"/>
          <a:sym typeface="Arial Black" panose="020B0A04020102020204"/>
        </a:defRPr>
      </a:lvl9pPr>
    </p:titleStyle>
    <p:bodyStyle>
      <a:lvl1pPr marL="171450" marR="0" indent="-171450" algn="l" defTabSz="685800" rtl="0" latinLnBrk="0">
        <a:lnSpc>
          <a:spcPct val="90000"/>
        </a:lnSpc>
        <a:spcBef>
          <a:spcPts val="75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L="542925" marR="0" indent="-200025" algn="l" defTabSz="685800" rtl="0" latinLnBrk="0">
        <a:lnSpc>
          <a:spcPct val="90000"/>
        </a:lnSpc>
        <a:spcBef>
          <a:spcPts val="75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L="925830" marR="0" indent="-240030" algn="l" defTabSz="685800" rtl="0" latinLnBrk="0">
        <a:lnSpc>
          <a:spcPct val="90000"/>
        </a:lnSpc>
        <a:spcBef>
          <a:spcPts val="75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L="1295400" marR="0" indent="-266700" algn="l" defTabSz="685800" rtl="0" latinLnBrk="0">
        <a:lnSpc>
          <a:spcPct val="90000"/>
        </a:lnSpc>
        <a:spcBef>
          <a:spcPts val="75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L="1638300" marR="0" indent="-266700" algn="l" defTabSz="685800" rtl="0" latinLnBrk="0">
        <a:lnSpc>
          <a:spcPct val="90000"/>
        </a:lnSpc>
        <a:spcBef>
          <a:spcPts val="75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L="1981200" marR="0" indent="-266700" algn="l" defTabSz="685800" rtl="0" latinLnBrk="0">
        <a:lnSpc>
          <a:spcPct val="90000"/>
        </a:lnSpc>
        <a:spcBef>
          <a:spcPts val="75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L="2324100" marR="0" indent="-266700" algn="l" defTabSz="685800" rtl="0" latinLnBrk="0">
        <a:lnSpc>
          <a:spcPct val="90000"/>
        </a:lnSpc>
        <a:spcBef>
          <a:spcPts val="75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L="2667000" marR="0" indent="-266700" algn="l" defTabSz="685800" rtl="0" latinLnBrk="0">
        <a:lnSpc>
          <a:spcPct val="90000"/>
        </a:lnSpc>
        <a:spcBef>
          <a:spcPts val="75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L="3009900" marR="0" indent="-266700" algn="l" defTabSz="685800" rtl="0" latinLnBrk="0">
        <a:lnSpc>
          <a:spcPct val="90000"/>
        </a:lnSpc>
        <a:spcBef>
          <a:spcPts val="75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lvl1pPr marL="0" marR="0" indent="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0" marR="0" indent="34290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0" marR="0" indent="68580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0" marR="0" indent="102870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0" marR="0" indent="137160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0" marR="0" indent="171450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0" marR="0" indent="205740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0" marR="0" indent="240030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0" marR="0" indent="274320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GI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title"/>
          </p:nvPr>
        </p:nvSpPr>
        <p:spPr>
          <a:xfrm>
            <a:off x="1138235" y="1312324"/>
            <a:ext cx="6875889" cy="1212639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610235">
              <a:lnSpc>
                <a:spcPct val="150000"/>
              </a:lnSpc>
              <a:defRPr sz="2850"/>
            </a:pPr>
            <a:r>
              <a:rPr lang="zh-CN" altLang="en-US" sz="4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软件性能</a:t>
            </a:r>
            <a:r>
              <a:rPr lang="zh-CN" altLang="en-US" sz="4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测试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  <a:endParaRPr lang="zh-CN" altLang="en-US" sz="27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Shape 50"/>
          <p:cNvSpPr>
            <a:spLocks noGrp="1"/>
          </p:cNvSpPr>
          <p:nvPr>
            <p:ph type="sldNum" sz="quarter" idx="2"/>
          </p:nvPr>
        </p:nvSpPr>
        <p:spPr>
          <a:xfrm>
            <a:off x="8358898" y="5074519"/>
            <a:ext cx="156452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49" name="Shape 49"/>
          <p:cNvSpPr/>
          <p:nvPr/>
        </p:nvSpPr>
        <p:spPr>
          <a:xfrm>
            <a:off x="628650" y="5074518"/>
            <a:ext cx="2057400" cy="230832"/>
          </a:xfrm>
          <a:prstGeom prst="rect">
            <a:avLst/>
          </a:prstGeom>
          <a:ln w="12700">
            <a:miter lim="400000"/>
          </a:ln>
        </p:spPr>
        <p:txBody>
          <a:bodyPr lIns="34289" rIns="3428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r>
              <a:rPr sz="900" dirty="0" smtClean="0"/>
              <a:t>2016/1</a:t>
            </a:r>
            <a:r>
              <a:rPr lang="en-US" sz="900" dirty="0" smtClean="0"/>
              <a:t>2</a:t>
            </a:r>
            <a:r>
              <a:rPr lang="en-US" altLang="zh-CN" sz="900" dirty="0" smtClean="0"/>
              <a:t>/12</a:t>
            </a:r>
          </a:p>
        </p:txBody>
      </p:sp>
      <p:sp>
        <p:nvSpPr>
          <p:cNvPr id="51" name="Shape 51"/>
          <p:cNvSpPr/>
          <p:nvPr/>
        </p:nvSpPr>
        <p:spPr>
          <a:xfrm>
            <a:off x="1657351" y="3055203"/>
            <a:ext cx="2450306" cy="242366"/>
          </a:xfrm>
          <a:prstGeom prst="rect">
            <a:avLst/>
          </a:prstGeom>
          <a:ln w="12700">
            <a:miter lim="400000"/>
          </a:ln>
        </p:spPr>
        <p:txBody>
          <a:bodyPr lIns="28571" tIns="28571" rIns="28571" bIns="28571">
            <a:spAutoFit/>
          </a:bodyPr>
          <a:lstStyle/>
          <a:p>
            <a:pPr>
              <a:defRPr sz="1600" b="1">
                <a:solidFill>
                  <a:srgbClr val="595959"/>
                </a:solidFill>
              </a:defRPr>
            </a:pPr>
            <a:r>
              <a:rPr sz="12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培训师</a:t>
            </a:r>
            <a:r>
              <a:rPr sz="1200" dirty="0">
                <a:solidFill>
                  <a:schemeClr val="bg1"/>
                </a:solidFill>
              </a:rPr>
              <a:t>(Lecturer</a:t>
            </a:r>
            <a:r>
              <a:rPr sz="1200" dirty="0" smtClean="0">
                <a:solidFill>
                  <a:schemeClr val="bg1"/>
                </a:solidFill>
              </a:rPr>
              <a:t>)</a:t>
            </a:r>
            <a:r>
              <a:rPr sz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：</a:t>
            </a:r>
            <a:r>
              <a:rPr lang="zh-CN" altLang="en-US" sz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解俊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2" name="Shape 52"/>
          <p:cNvSpPr/>
          <p:nvPr/>
        </p:nvSpPr>
        <p:spPr>
          <a:xfrm>
            <a:off x="6105212" y="3055203"/>
            <a:ext cx="1688307" cy="251460"/>
          </a:xfrm>
          <a:prstGeom prst="rect">
            <a:avLst/>
          </a:prstGeom>
          <a:ln w="12700">
            <a:miter lim="400000"/>
          </a:ln>
        </p:spPr>
        <p:txBody>
          <a:bodyPr lIns="28571" tIns="28571" rIns="28571" bIns="28571">
            <a:spAutoFit/>
          </a:bodyPr>
          <a:lstStyle/>
          <a:p>
            <a:pPr>
              <a:defRPr sz="1600" b="1">
                <a:solidFill>
                  <a:srgbClr val="595959"/>
                </a:solidFill>
              </a:defRPr>
            </a:pPr>
            <a:r>
              <a:rPr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版本号：</a:t>
            </a:r>
            <a:r>
              <a:rPr sz="1200" dirty="0" smtClean="0">
                <a:solidFill>
                  <a:schemeClr val="bg1"/>
                </a:solidFill>
              </a:rPr>
              <a:t>2016.1</a:t>
            </a:r>
            <a:r>
              <a:rPr lang="en-US" sz="1200" dirty="0" smtClean="0">
                <a:solidFill>
                  <a:schemeClr val="bg1"/>
                </a:solidFill>
              </a:rPr>
              <a:t>2</a:t>
            </a:r>
            <a:r>
              <a:rPr sz="1200" dirty="0" smtClean="0">
                <a:solidFill>
                  <a:schemeClr val="bg1"/>
                </a:solidFill>
              </a:rPr>
              <a:t>-A0</a:t>
            </a:r>
            <a:endParaRPr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056" y="1765577"/>
            <a:ext cx="2885898" cy="3516285"/>
          </a:xfrm>
          <a:prstGeom prst="rect">
            <a:avLst/>
          </a:prstGeom>
        </p:spPr>
      </p:pic>
      <p:sp>
        <p:nvSpPr>
          <p:cNvPr id="6" name="任意多边形 5"/>
          <p:cNvSpPr/>
          <p:nvPr/>
        </p:nvSpPr>
        <p:spPr>
          <a:xfrm>
            <a:off x="178457" y="796119"/>
            <a:ext cx="3014678" cy="527668"/>
          </a:xfrm>
          <a:custGeom>
            <a:avLst/>
            <a:gdLst>
              <a:gd name="connsiteX0" fmla="*/ 90913 w 4640437"/>
              <a:gd name="connsiteY0" fmla="*/ 0 h 752876"/>
              <a:gd name="connsiteX1" fmla="*/ 4263999 w 4640437"/>
              <a:gd name="connsiteY1" fmla="*/ 0 h 752876"/>
              <a:gd name="connsiteX2" fmla="*/ 4640437 w 4640437"/>
              <a:gd name="connsiteY2" fmla="*/ 376438 h 752876"/>
              <a:gd name="connsiteX3" fmla="*/ 4640436 w 4640437"/>
              <a:gd name="connsiteY3" fmla="*/ 376438 h 752876"/>
              <a:gd name="connsiteX4" fmla="*/ 4263998 w 4640437"/>
              <a:gd name="connsiteY4" fmla="*/ 752876 h 752876"/>
              <a:gd name="connsiteX5" fmla="*/ 90913 w 4640437"/>
              <a:gd name="connsiteY5" fmla="*/ 752875 h 752876"/>
              <a:gd name="connsiteX6" fmla="*/ 15048 w 4640437"/>
              <a:gd name="connsiteY6" fmla="*/ 745227 h 752876"/>
              <a:gd name="connsiteX7" fmla="*/ 0 w 4640437"/>
              <a:gd name="connsiteY7" fmla="*/ 740556 h 752876"/>
              <a:gd name="connsiteX8" fmla="*/ 0 w 4640437"/>
              <a:gd name="connsiteY8" fmla="*/ 12319 h 752876"/>
              <a:gd name="connsiteX9" fmla="*/ 15048 w 4640437"/>
              <a:gd name="connsiteY9" fmla="*/ 7648 h 752876"/>
              <a:gd name="connsiteX10" fmla="*/ 90913 w 4640437"/>
              <a:gd name="connsiteY10" fmla="*/ 0 h 752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640437" h="752876">
                <a:moveTo>
                  <a:pt x="90913" y="0"/>
                </a:moveTo>
                <a:lnTo>
                  <a:pt x="4263999" y="0"/>
                </a:lnTo>
                <a:cubicBezTo>
                  <a:pt x="4471900" y="0"/>
                  <a:pt x="4640437" y="168537"/>
                  <a:pt x="4640437" y="376438"/>
                </a:cubicBezTo>
                <a:lnTo>
                  <a:pt x="4640436" y="376438"/>
                </a:lnTo>
                <a:cubicBezTo>
                  <a:pt x="4640436" y="584339"/>
                  <a:pt x="4471899" y="752876"/>
                  <a:pt x="4263998" y="752876"/>
                </a:cubicBezTo>
                <a:lnTo>
                  <a:pt x="90913" y="752875"/>
                </a:lnTo>
                <a:cubicBezTo>
                  <a:pt x="64926" y="752875"/>
                  <a:pt x="39553" y="750242"/>
                  <a:pt x="15048" y="745227"/>
                </a:cubicBezTo>
                <a:lnTo>
                  <a:pt x="0" y="740556"/>
                </a:lnTo>
                <a:lnTo>
                  <a:pt x="0" y="12319"/>
                </a:lnTo>
                <a:lnTo>
                  <a:pt x="15048" y="7648"/>
                </a:lnTo>
                <a:cubicBezTo>
                  <a:pt x="39553" y="2633"/>
                  <a:pt x="64926" y="0"/>
                  <a:pt x="90913" y="0"/>
                </a:cubicBezTo>
                <a:close/>
              </a:path>
            </a:pathLst>
          </a:custGeom>
          <a:solidFill>
            <a:srgbClr val="FDB7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03079" y="859898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培训师介绍</a:t>
            </a:r>
          </a:p>
        </p:txBody>
      </p:sp>
      <p:sp>
        <p:nvSpPr>
          <p:cNvPr id="10" name="矩形 9"/>
          <p:cNvSpPr/>
          <p:nvPr/>
        </p:nvSpPr>
        <p:spPr>
          <a:xfrm>
            <a:off x="4903196" y="1765577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4000">
                <a:solidFill>
                  <a:srgbClr val="FF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2400" b="1" dirty="0"/>
              <a:t>我</a:t>
            </a:r>
            <a:r>
              <a:rPr lang="zh-CN" altLang="en-US" sz="2400" b="1" dirty="0" smtClean="0"/>
              <a:t>是</a:t>
            </a:r>
            <a:endParaRPr lang="zh-CN" altLang="en-US" sz="2400" b="1" dirty="0"/>
          </a:p>
        </p:txBody>
      </p:sp>
      <p:sp>
        <p:nvSpPr>
          <p:cNvPr id="11" name="矩形 10"/>
          <p:cNvSpPr/>
          <p:nvPr/>
        </p:nvSpPr>
        <p:spPr>
          <a:xfrm>
            <a:off x="4903196" y="2173381"/>
            <a:ext cx="2004075" cy="28007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性能测试工程师</a:t>
            </a:r>
          </a:p>
          <a:p>
            <a:pPr>
              <a:lnSpc>
                <a:spcPct val="200000"/>
              </a:lnSpc>
            </a:pPr>
            <a:r>
              <a:rPr lang="en-US" altLang="zh-CN" sz="2400" b="1" dirty="0" smtClean="0">
                <a:solidFill>
                  <a:srgbClr val="FF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3</a:t>
            </a:r>
            <a:r>
              <a:rPr lang="zh-CN" altLang="en-US" sz="2400" b="1" dirty="0" smtClean="0">
                <a:solidFill>
                  <a:srgbClr val="FF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年 </a:t>
            </a:r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J2EE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</a:t>
            </a:r>
            <a:endParaRPr lang="en-US" altLang="zh-CN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400" b="1" dirty="0" smtClean="0">
                <a:solidFill>
                  <a:srgbClr val="FF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2</a:t>
            </a:r>
            <a:r>
              <a:rPr lang="zh-CN" altLang="en-US" sz="2400" b="1" dirty="0" smtClean="0">
                <a:solidFill>
                  <a:srgbClr val="FF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年 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测试工具开发</a:t>
            </a:r>
            <a:endParaRPr lang="en-US" altLang="zh-CN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400" b="1" dirty="0">
                <a:solidFill>
                  <a:srgbClr val="FF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6</a:t>
            </a:r>
            <a:r>
              <a:rPr lang="zh-CN" altLang="en-US" sz="2400" b="1" dirty="0" smtClean="0">
                <a:solidFill>
                  <a:srgbClr val="FF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年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性能测试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53984" y="2067829"/>
            <a:ext cx="3723071" cy="3493552"/>
            <a:chOff x="238069" y="2390188"/>
            <a:chExt cx="3559538" cy="3340100"/>
          </a:xfrm>
        </p:grpSpPr>
        <p:sp>
          <p:nvSpPr>
            <p:cNvPr id="3" name="Freeform 6"/>
            <p:cNvSpPr/>
            <p:nvPr/>
          </p:nvSpPr>
          <p:spPr bwMode="auto">
            <a:xfrm>
              <a:off x="238069" y="3986627"/>
              <a:ext cx="3083288" cy="1743075"/>
            </a:xfrm>
            <a:custGeom>
              <a:avLst/>
              <a:gdLst>
                <a:gd name="T0" fmla="*/ 692 w 1384"/>
                <a:gd name="T1" fmla="*/ 653 h 1098"/>
                <a:gd name="T2" fmla="*/ 692 w 1384"/>
                <a:gd name="T3" fmla="*/ 0 h 1098"/>
                <a:gd name="T4" fmla="*/ 0 w 1384"/>
                <a:gd name="T5" fmla="*/ 0 h 1098"/>
                <a:gd name="T6" fmla="*/ 0 w 1384"/>
                <a:gd name="T7" fmla="*/ 1098 h 1098"/>
                <a:gd name="T8" fmla="*/ 692 w 1384"/>
                <a:gd name="T9" fmla="*/ 1098 h 1098"/>
                <a:gd name="T10" fmla="*/ 1384 w 1384"/>
                <a:gd name="T11" fmla="*/ 1098 h 1098"/>
                <a:gd name="T12" fmla="*/ 1384 w 1384"/>
                <a:gd name="T13" fmla="*/ 653 h 1098"/>
                <a:gd name="T14" fmla="*/ 692 w 1384"/>
                <a:gd name="T15" fmla="*/ 653 h 1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84" h="1098">
                  <a:moveTo>
                    <a:pt x="692" y="653"/>
                  </a:moveTo>
                  <a:lnTo>
                    <a:pt x="692" y="0"/>
                  </a:lnTo>
                  <a:lnTo>
                    <a:pt x="0" y="0"/>
                  </a:lnTo>
                  <a:lnTo>
                    <a:pt x="0" y="1098"/>
                  </a:lnTo>
                  <a:lnTo>
                    <a:pt x="692" y="1098"/>
                  </a:lnTo>
                  <a:lnTo>
                    <a:pt x="1384" y="1098"/>
                  </a:lnTo>
                  <a:lnTo>
                    <a:pt x="1384" y="653"/>
                  </a:lnTo>
                  <a:lnTo>
                    <a:pt x="692" y="653"/>
                  </a:lnTo>
                  <a:close/>
                </a:path>
              </a:pathLst>
            </a:custGeom>
            <a:solidFill>
              <a:srgbClr val="FFCE4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1721157" y="3985625"/>
              <a:ext cx="501650" cy="1744663"/>
            </a:xfrm>
            <a:custGeom>
              <a:avLst/>
              <a:gdLst>
                <a:gd name="T0" fmla="*/ 0 w 316"/>
                <a:gd name="T1" fmla="*/ 161 h 1099"/>
                <a:gd name="T2" fmla="*/ 1 w 316"/>
                <a:gd name="T3" fmla="*/ 1099 h 1099"/>
                <a:gd name="T4" fmla="*/ 316 w 316"/>
                <a:gd name="T5" fmla="*/ 1099 h 1099"/>
                <a:gd name="T6" fmla="*/ 316 w 316"/>
                <a:gd name="T7" fmla="*/ 0 h 1099"/>
                <a:gd name="T8" fmla="*/ 0 w 316"/>
                <a:gd name="T9" fmla="*/ 161 h 1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6" h="1099">
                  <a:moveTo>
                    <a:pt x="0" y="161"/>
                  </a:moveTo>
                  <a:lnTo>
                    <a:pt x="1" y="1099"/>
                  </a:lnTo>
                  <a:lnTo>
                    <a:pt x="316" y="1099"/>
                  </a:lnTo>
                  <a:lnTo>
                    <a:pt x="316" y="0"/>
                  </a:lnTo>
                  <a:lnTo>
                    <a:pt x="0" y="161"/>
                  </a:lnTo>
                  <a:close/>
                </a:path>
              </a:pathLst>
            </a:custGeom>
            <a:solidFill>
              <a:srgbClr val="F4B2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" name="Freeform 8"/>
            <p:cNvSpPr/>
            <p:nvPr/>
          </p:nvSpPr>
          <p:spPr bwMode="auto">
            <a:xfrm>
              <a:off x="1124257" y="3985625"/>
              <a:ext cx="1098550" cy="255588"/>
            </a:xfrm>
            <a:custGeom>
              <a:avLst/>
              <a:gdLst>
                <a:gd name="T0" fmla="*/ 0 w 692"/>
                <a:gd name="T1" fmla="*/ 0 h 161"/>
                <a:gd name="T2" fmla="*/ 0 w 692"/>
                <a:gd name="T3" fmla="*/ 161 h 161"/>
                <a:gd name="T4" fmla="*/ 376 w 692"/>
                <a:gd name="T5" fmla="*/ 161 h 161"/>
                <a:gd name="T6" fmla="*/ 692 w 692"/>
                <a:gd name="T7" fmla="*/ 0 h 161"/>
                <a:gd name="T8" fmla="*/ 0 w 692"/>
                <a:gd name="T9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2" h="161">
                  <a:moveTo>
                    <a:pt x="0" y="0"/>
                  </a:moveTo>
                  <a:lnTo>
                    <a:pt x="0" y="161"/>
                  </a:lnTo>
                  <a:lnTo>
                    <a:pt x="376" y="161"/>
                  </a:lnTo>
                  <a:lnTo>
                    <a:pt x="6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9"/>
            <p:cNvSpPr/>
            <p:nvPr/>
          </p:nvSpPr>
          <p:spPr bwMode="auto">
            <a:xfrm>
              <a:off x="1716395" y="5022263"/>
              <a:ext cx="1604963" cy="255588"/>
            </a:xfrm>
            <a:custGeom>
              <a:avLst/>
              <a:gdLst>
                <a:gd name="T0" fmla="*/ 317 w 1011"/>
                <a:gd name="T1" fmla="*/ 0 h 161"/>
                <a:gd name="T2" fmla="*/ 0 w 1011"/>
                <a:gd name="T3" fmla="*/ 161 h 161"/>
                <a:gd name="T4" fmla="*/ 696 w 1011"/>
                <a:gd name="T5" fmla="*/ 161 h 161"/>
                <a:gd name="T6" fmla="*/ 1011 w 1011"/>
                <a:gd name="T7" fmla="*/ 0 h 161"/>
                <a:gd name="T8" fmla="*/ 317 w 1011"/>
                <a:gd name="T9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1" h="161">
                  <a:moveTo>
                    <a:pt x="317" y="0"/>
                  </a:moveTo>
                  <a:lnTo>
                    <a:pt x="0" y="161"/>
                  </a:lnTo>
                  <a:lnTo>
                    <a:pt x="696" y="161"/>
                  </a:lnTo>
                  <a:lnTo>
                    <a:pt x="1011" y="0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" name="Freeform 10"/>
            <p:cNvSpPr/>
            <p:nvPr/>
          </p:nvSpPr>
          <p:spPr bwMode="auto">
            <a:xfrm>
              <a:off x="2821295" y="5022263"/>
              <a:ext cx="501650" cy="708025"/>
            </a:xfrm>
            <a:custGeom>
              <a:avLst/>
              <a:gdLst>
                <a:gd name="T0" fmla="*/ 0 w 316"/>
                <a:gd name="T1" fmla="*/ 161 h 446"/>
                <a:gd name="T2" fmla="*/ 0 w 316"/>
                <a:gd name="T3" fmla="*/ 446 h 446"/>
                <a:gd name="T4" fmla="*/ 316 w 316"/>
                <a:gd name="T5" fmla="*/ 446 h 446"/>
                <a:gd name="T6" fmla="*/ 315 w 316"/>
                <a:gd name="T7" fmla="*/ 0 h 446"/>
                <a:gd name="T8" fmla="*/ 0 w 316"/>
                <a:gd name="T9" fmla="*/ 161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6" h="446">
                  <a:moveTo>
                    <a:pt x="0" y="161"/>
                  </a:moveTo>
                  <a:lnTo>
                    <a:pt x="0" y="446"/>
                  </a:lnTo>
                  <a:lnTo>
                    <a:pt x="316" y="446"/>
                  </a:lnTo>
                  <a:lnTo>
                    <a:pt x="315" y="0"/>
                  </a:lnTo>
                  <a:lnTo>
                    <a:pt x="0" y="161"/>
                  </a:lnTo>
                  <a:close/>
                </a:path>
              </a:pathLst>
            </a:custGeom>
            <a:solidFill>
              <a:srgbClr val="F4B2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Rectangle 11"/>
            <p:cNvSpPr>
              <a:spLocks noChangeArrowheads="1"/>
            </p:cNvSpPr>
            <p:nvPr/>
          </p:nvSpPr>
          <p:spPr bwMode="auto">
            <a:xfrm>
              <a:off x="1441757" y="5278852"/>
              <a:ext cx="1379538" cy="447676"/>
            </a:xfrm>
            <a:prstGeom prst="rect">
              <a:avLst/>
            </a:prstGeom>
            <a:solidFill>
              <a:srgbClr val="FFCE4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Freeform 12"/>
            <p:cNvSpPr/>
            <p:nvPr/>
          </p:nvSpPr>
          <p:spPr bwMode="auto">
            <a:xfrm>
              <a:off x="2049770" y="2390188"/>
              <a:ext cx="1106488" cy="1030288"/>
            </a:xfrm>
            <a:custGeom>
              <a:avLst/>
              <a:gdLst>
                <a:gd name="T0" fmla="*/ 791 w 1479"/>
                <a:gd name="T1" fmla="*/ 0 h 1375"/>
                <a:gd name="T2" fmla="*/ 104 w 1479"/>
                <a:gd name="T3" fmla="*/ 688 h 1375"/>
                <a:gd name="T4" fmla="*/ 160 w 1479"/>
                <a:gd name="T5" fmla="*/ 959 h 1375"/>
                <a:gd name="T6" fmla="*/ 0 w 1479"/>
                <a:gd name="T7" fmla="*/ 1375 h 1375"/>
                <a:gd name="T8" fmla="*/ 336 w 1479"/>
                <a:gd name="T9" fmla="*/ 1203 h 1375"/>
                <a:gd name="T10" fmla="*/ 791 w 1479"/>
                <a:gd name="T11" fmla="*/ 1375 h 1375"/>
                <a:gd name="T12" fmla="*/ 1479 w 1479"/>
                <a:gd name="T13" fmla="*/ 688 h 1375"/>
                <a:gd name="T14" fmla="*/ 791 w 1479"/>
                <a:gd name="T15" fmla="*/ 0 h 1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79" h="1375">
                  <a:moveTo>
                    <a:pt x="791" y="0"/>
                  </a:moveTo>
                  <a:cubicBezTo>
                    <a:pt x="412" y="0"/>
                    <a:pt x="104" y="308"/>
                    <a:pt x="104" y="688"/>
                  </a:cubicBezTo>
                  <a:cubicBezTo>
                    <a:pt x="104" y="784"/>
                    <a:pt x="124" y="876"/>
                    <a:pt x="160" y="959"/>
                  </a:cubicBezTo>
                  <a:cubicBezTo>
                    <a:pt x="0" y="1375"/>
                    <a:pt x="0" y="1375"/>
                    <a:pt x="0" y="1375"/>
                  </a:cubicBezTo>
                  <a:cubicBezTo>
                    <a:pt x="336" y="1203"/>
                    <a:pt x="336" y="1203"/>
                    <a:pt x="336" y="1203"/>
                  </a:cubicBezTo>
                  <a:cubicBezTo>
                    <a:pt x="457" y="1310"/>
                    <a:pt x="617" y="1375"/>
                    <a:pt x="791" y="1375"/>
                  </a:cubicBezTo>
                  <a:cubicBezTo>
                    <a:pt x="1171" y="1375"/>
                    <a:pt x="1479" y="1067"/>
                    <a:pt x="1479" y="688"/>
                  </a:cubicBezTo>
                  <a:cubicBezTo>
                    <a:pt x="1479" y="308"/>
                    <a:pt x="1171" y="0"/>
                    <a:pt x="791" y="0"/>
                  </a:cubicBezTo>
                  <a:close/>
                </a:path>
              </a:pathLst>
            </a:custGeom>
            <a:solidFill>
              <a:srgbClr val="FD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13"/>
            <p:cNvSpPr/>
            <p:nvPr/>
          </p:nvSpPr>
          <p:spPr bwMode="auto">
            <a:xfrm>
              <a:off x="2286307" y="2634663"/>
              <a:ext cx="509588" cy="100013"/>
            </a:xfrm>
            <a:custGeom>
              <a:avLst/>
              <a:gdLst>
                <a:gd name="T0" fmla="*/ 320 w 321"/>
                <a:gd name="T1" fmla="*/ 0 h 63"/>
                <a:gd name="T2" fmla="*/ 9 w 321"/>
                <a:gd name="T3" fmla="*/ 0 h 63"/>
                <a:gd name="T4" fmla="*/ 0 w 321"/>
                <a:gd name="T5" fmla="*/ 63 h 63"/>
                <a:gd name="T6" fmla="*/ 321 w 321"/>
                <a:gd name="T7" fmla="*/ 63 h 63"/>
                <a:gd name="T8" fmla="*/ 320 w 321"/>
                <a:gd name="T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1" h="63">
                  <a:moveTo>
                    <a:pt x="320" y="0"/>
                  </a:moveTo>
                  <a:lnTo>
                    <a:pt x="9" y="0"/>
                  </a:lnTo>
                  <a:lnTo>
                    <a:pt x="0" y="63"/>
                  </a:lnTo>
                  <a:lnTo>
                    <a:pt x="321" y="63"/>
                  </a:lnTo>
                  <a:lnTo>
                    <a:pt x="320" y="0"/>
                  </a:lnTo>
                  <a:close/>
                </a:path>
              </a:pathLst>
            </a:custGeom>
            <a:solidFill>
              <a:srgbClr val="CCCE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Rectangle 14"/>
            <p:cNvSpPr>
              <a:spLocks noChangeArrowheads="1"/>
            </p:cNvSpPr>
            <p:nvPr/>
          </p:nvSpPr>
          <p:spPr bwMode="auto">
            <a:xfrm>
              <a:off x="2292657" y="2922000"/>
              <a:ext cx="703263" cy="328613"/>
            </a:xfrm>
            <a:prstGeom prst="rect">
              <a:avLst/>
            </a:prstGeom>
            <a:solidFill>
              <a:srgbClr val="CCCE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Rectangle 15"/>
            <p:cNvSpPr>
              <a:spLocks noChangeArrowheads="1"/>
            </p:cNvSpPr>
            <p:nvPr/>
          </p:nvSpPr>
          <p:spPr bwMode="auto">
            <a:xfrm>
              <a:off x="2273607" y="2922000"/>
              <a:ext cx="263525" cy="328613"/>
            </a:xfrm>
            <a:prstGeom prst="rect">
              <a:avLst/>
            </a:prstGeom>
            <a:solidFill>
              <a:srgbClr val="AA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16"/>
            <p:cNvSpPr/>
            <p:nvPr/>
          </p:nvSpPr>
          <p:spPr bwMode="auto">
            <a:xfrm>
              <a:off x="2156132" y="2621963"/>
              <a:ext cx="249238" cy="247650"/>
            </a:xfrm>
            <a:custGeom>
              <a:avLst/>
              <a:gdLst>
                <a:gd name="T0" fmla="*/ 69 w 331"/>
                <a:gd name="T1" fmla="*/ 70 h 331"/>
                <a:gd name="T2" fmla="*/ 70 w 331"/>
                <a:gd name="T3" fmla="*/ 319 h 331"/>
                <a:gd name="T4" fmla="*/ 83 w 331"/>
                <a:gd name="T5" fmla="*/ 331 h 331"/>
                <a:gd name="T6" fmla="*/ 331 w 331"/>
                <a:gd name="T7" fmla="*/ 81 h 331"/>
                <a:gd name="T8" fmla="*/ 318 w 331"/>
                <a:gd name="T9" fmla="*/ 68 h 331"/>
                <a:gd name="T10" fmla="*/ 69 w 331"/>
                <a:gd name="T11" fmla="*/ 70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1" h="331">
                  <a:moveTo>
                    <a:pt x="69" y="70"/>
                  </a:moveTo>
                  <a:cubicBezTo>
                    <a:pt x="0" y="139"/>
                    <a:pt x="1" y="250"/>
                    <a:pt x="70" y="319"/>
                  </a:cubicBezTo>
                  <a:cubicBezTo>
                    <a:pt x="83" y="331"/>
                    <a:pt x="83" y="331"/>
                    <a:pt x="83" y="331"/>
                  </a:cubicBezTo>
                  <a:cubicBezTo>
                    <a:pt x="331" y="81"/>
                    <a:pt x="331" y="81"/>
                    <a:pt x="331" y="81"/>
                  </a:cubicBezTo>
                  <a:cubicBezTo>
                    <a:pt x="318" y="68"/>
                    <a:pt x="318" y="68"/>
                    <a:pt x="318" y="68"/>
                  </a:cubicBezTo>
                  <a:cubicBezTo>
                    <a:pt x="248" y="0"/>
                    <a:pt x="137" y="0"/>
                    <a:pt x="69" y="70"/>
                  </a:cubicBez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2219632" y="2682288"/>
              <a:ext cx="238125" cy="239713"/>
            </a:xfrm>
            <a:custGeom>
              <a:avLst/>
              <a:gdLst>
                <a:gd name="T0" fmla="*/ 33 w 150"/>
                <a:gd name="T1" fmla="*/ 151 h 151"/>
                <a:gd name="T2" fmla="*/ 150 w 150"/>
                <a:gd name="T3" fmla="*/ 33 h 151"/>
                <a:gd name="T4" fmla="*/ 117 w 150"/>
                <a:gd name="T5" fmla="*/ 0 h 151"/>
                <a:gd name="T6" fmla="*/ 0 w 150"/>
                <a:gd name="T7" fmla="*/ 118 h 151"/>
                <a:gd name="T8" fmla="*/ 33 w 150"/>
                <a:gd name="T9" fmla="*/ 151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0" h="151">
                  <a:moveTo>
                    <a:pt x="33" y="151"/>
                  </a:moveTo>
                  <a:lnTo>
                    <a:pt x="150" y="33"/>
                  </a:lnTo>
                  <a:lnTo>
                    <a:pt x="117" y="0"/>
                  </a:lnTo>
                  <a:lnTo>
                    <a:pt x="0" y="118"/>
                  </a:lnTo>
                  <a:lnTo>
                    <a:pt x="33" y="151"/>
                  </a:lnTo>
                  <a:close/>
                </a:path>
              </a:pathLst>
            </a:custGeom>
            <a:solidFill>
              <a:srgbClr val="CCCE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2648257" y="2621963"/>
              <a:ext cx="300038" cy="300038"/>
            </a:xfrm>
            <a:custGeom>
              <a:avLst/>
              <a:gdLst>
                <a:gd name="T0" fmla="*/ 331 w 401"/>
                <a:gd name="T1" fmla="*/ 81 h 401"/>
                <a:gd name="T2" fmla="*/ 318 w 401"/>
                <a:gd name="T3" fmla="*/ 68 h 401"/>
                <a:gd name="T4" fmla="*/ 69 w 401"/>
                <a:gd name="T5" fmla="*/ 70 h 401"/>
                <a:gd name="T6" fmla="*/ 70 w 401"/>
                <a:gd name="T7" fmla="*/ 319 h 401"/>
                <a:gd name="T8" fmla="*/ 83 w 401"/>
                <a:gd name="T9" fmla="*/ 331 h 401"/>
                <a:gd name="T10" fmla="*/ 154 w 401"/>
                <a:gd name="T11" fmla="*/ 401 h 401"/>
                <a:gd name="T12" fmla="*/ 401 w 401"/>
                <a:gd name="T13" fmla="*/ 150 h 401"/>
                <a:gd name="T14" fmla="*/ 331 w 401"/>
                <a:gd name="T15" fmla="*/ 8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01" h="401">
                  <a:moveTo>
                    <a:pt x="331" y="81"/>
                  </a:moveTo>
                  <a:cubicBezTo>
                    <a:pt x="318" y="68"/>
                    <a:pt x="318" y="68"/>
                    <a:pt x="318" y="68"/>
                  </a:cubicBezTo>
                  <a:cubicBezTo>
                    <a:pt x="249" y="0"/>
                    <a:pt x="137" y="0"/>
                    <a:pt x="69" y="70"/>
                  </a:cubicBezTo>
                  <a:cubicBezTo>
                    <a:pt x="0" y="139"/>
                    <a:pt x="1" y="250"/>
                    <a:pt x="70" y="319"/>
                  </a:cubicBezTo>
                  <a:cubicBezTo>
                    <a:pt x="83" y="331"/>
                    <a:pt x="83" y="331"/>
                    <a:pt x="83" y="331"/>
                  </a:cubicBezTo>
                  <a:cubicBezTo>
                    <a:pt x="154" y="401"/>
                    <a:pt x="154" y="401"/>
                    <a:pt x="154" y="401"/>
                  </a:cubicBezTo>
                  <a:cubicBezTo>
                    <a:pt x="401" y="150"/>
                    <a:pt x="401" y="150"/>
                    <a:pt x="401" y="150"/>
                  </a:cubicBezTo>
                  <a:lnTo>
                    <a:pt x="331" y="81"/>
                  </a:lnTo>
                  <a:close/>
                </a:path>
              </a:pathLst>
            </a:custGeom>
            <a:solidFill>
              <a:srgbClr val="CCCE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19"/>
            <p:cNvSpPr/>
            <p:nvPr/>
          </p:nvSpPr>
          <p:spPr bwMode="auto">
            <a:xfrm>
              <a:off x="2272020" y="2734675"/>
              <a:ext cx="676275" cy="187325"/>
            </a:xfrm>
            <a:custGeom>
              <a:avLst/>
              <a:gdLst>
                <a:gd name="T0" fmla="*/ 117 w 426"/>
                <a:gd name="T1" fmla="*/ 0 h 118"/>
                <a:gd name="T2" fmla="*/ 426 w 426"/>
                <a:gd name="T3" fmla="*/ 0 h 118"/>
                <a:gd name="T4" fmla="*/ 310 w 426"/>
                <a:gd name="T5" fmla="*/ 118 h 118"/>
                <a:gd name="T6" fmla="*/ 0 w 426"/>
                <a:gd name="T7" fmla="*/ 118 h 118"/>
                <a:gd name="T8" fmla="*/ 117 w 426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6" h="118">
                  <a:moveTo>
                    <a:pt x="117" y="0"/>
                  </a:moveTo>
                  <a:lnTo>
                    <a:pt x="426" y="0"/>
                  </a:lnTo>
                  <a:lnTo>
                    <a:pt x="310" y="118"/>
                  </a:lnTo>
                  <a:lnTo>
                    <a:pt x="0" y="118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rgbClr val="564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20"/>
            <p:cNvSpPr/>
            <p:nvPr/>
          </p:nvSpPr>
          <p:spPr bwMode="auto">
            <a:xfrm>
              <a:off x="2405370" y="2682288"/>
              <a:ext cx="542925" cy="52388"/>
            </a:xfrm>
            <a:custGeom>
              <a:avLst/>
              <a:gdLst>
                <a:gd name="T0" fmla="*/ 309 w 342"/>
                <a:gd name="T1" fmla="*/ 0 h 33"/>
                <a:gd name="T2" fmla="*/ 0 w 342"/>
                <a:gd name="T3" fmla="*/ 0 h 33"/>
                <a:gd name="T4" fmla="*/ 33 w 342"/>
                <a:gd name="T5" fmla="*/ 33 h 33"/>
                <a:gd name="T6" fmla="*/ 342 w 342"/>
                <a:gd name="T7" fmla="*/ 33 h 33"/>
                <a:gd name="T8" fmla="*/ 309 w 342"/>
                <a:gd name="T9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2" h="33">
                  <a:moveTo>
                    <a:pt x="309" y="0"/>
                  </a:moveTo>
                  <a:lnTo>
                    <a:pt x="0" y="0"/>
                  </a:lnTo>
                  <a:lnTo>
                    <a:pt x="33" y="33"/>
                  </a:lnTo>
                  <a:lnTo>
                    <a:pt x="342" y="33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21"/>
            <p:cNvSpPr/>
            <p:nvPr/>
          </p:nvSpPr>
          <p:spPr bwMode="auto">
            <a:xfrm>
              <a:off x="2395845" y="2852150"/>
              <a:ext cx="209550" cy="69850"/>
            </a:xfrm>
            <a:custGeom>
              <a:avLst/>
              <a:gdLst>
                <a:gd name="T0" fmla="*/ 118 w 132"/>
                <a:gd name="T1" fmla="*/ 0 h 44"/>
                <a:gd name="T2" fmla="*/ 115 w 132"/>
                <a:gd name="T3" fmla="*/ 0 h 44"/>
                <a:gd name="T4" fmla="*/ 70 w 132"/>
                <a:gd name="T5" fmla="*/ 0 h 44"/>
                <a:gd name="T6" fmla="*/ 11 w 132"/>
                <a:gd name="T7" fmla="*/ 0 h 44"/>
                <a:gd name="T8" fmla="*/ 0 w 132"/>
                <a:gd name="T9" fmla="*/ 44 h 44"/>
                <a:gd name="T10" fmla="*/ 57 w 132"/>
                <a:gd name="T11" fmla="*/ 44 h 44"/>
                <a:gd name="T12" fmla="*/ 115 w 132"/>
                <a:gd name="T13" fmla="*/ 44 h 44"/>
                <a:gd name="T14" fmla="*/ 132 w 132"/>
                <a:gd name="T15" fmla="*/ 44 h 44"/>
                <a:gd name="T16" fmla="*/ 118 w 132"/>
                <a:gd name="T17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2" h="44">
                  <a:moveTo>
                    <a:pt x="118" y="0"/>
                  </a:moveTo>
                  <a:lnTo>
                    <a:pt x="115" y="0"/>
                  </a:lnTo>
                  <a:lnTo>
                    <a:pt x="70" y="0"/>
                  </a:lnTo>
                  <a:lnTo>
                    <a:pt x="11" y="0"/>
                  </a:lnTo>
                  <a:lnTo>
                    <a:pt x="0" y="44"/>
                  </a:lnTo>
                  <a:lnTo>
                    <a:pt x="57" y="44"/>
                  </a:lnTo>
                  <a:lnTo>
                    <a:pt x="115" y="44"/>
                  </a:lnTo>
                  <a:lnTo>
                    <a:pt x="132" y="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rgbClr val="E50E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22"/>
            <p:cNvSpPr/>
            <p:nvPr/>
          </p:nvSpPr>
          <p:spPr bwMode="auto">
            <a:xfrm>
              <a:off x="2376795" y="2852150"/>
              <a:ext cx="117475" cy="69850"/>
            </a:xfrm>
            <a:custGeom>
              <a:avLst/>
              <a:gdLst>
                <a:gd name="T0" fmla="*/ 19 w 74"/>
                <a:gd name="T1" fmla="*/ 0 h 44"/>
                <a:gd name="T2" fmla="*/ 63 w 74"/>
                <a:gd name="T3" fmla="*/ 0 h 44"/>
                <a:gd name="T4" fmla="*/ 74 w 74"/>
                <a:gd name="T5" fmla="*/ 44 h 44"/>
                <a:gd name="T6" fmla="*/ 0 w 74"/>
                <a:gd name="T7" fmla="*/ 44 h 44"/>
                <a:gd name="T8" fmla="*/ 19 w 7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44">
                  <a:moveTo>
                    <a:pt x="19" y="0"/>
                  </a:moveTo>
                  <a:lnTo>
                    <a:pt x="63" y="0"/>
                  </a:lnTo>
                  <a:lnTo>
                    <a:pt x="74" y="44"/>
                  </a:lnTo>
                  <a:lnTo>
                    <a:pt x="0" y="44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CE09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23"/>
            <p:cNvSpPr/>
            <p:nvPr/>
          </p:nvSpPr>
          <p:spPr bwMode="auto">
            <a:xfrm>
              <a:off x="2535545" y="2852150"/>
              <a:ext cx="211138" cy="69850"/>
            </a:xfrm>
            <a:custGeom>
              <a:avLst/>
              <a:gdLst>
                <a:gd name="T0" fmla="*/ 118 w 133"/>
                <a:gd name="T1" fmla="*/ 0 h 44"/>
                <a:gd name="T2" fmla="*/ 115 w 133"/>
                <a:gd name="T3" fmla="*/ 0 h 44"/>
                <a:gd name="T4" fmla="*/ 70 w 133"/>
                <a:gd name="T5" fmla="*/ 0 h 44"/>
                <a:gd name="T6" fmla="*/ 11 w 133"/>
                <a:gd name="T7" fmla="*/ 0 h 44"/>
                <a:gd name="T8" fmla="*/ 0 w 133"/>
                <a:gd name="T9" fmla="*/ 44 h 44"/>
                <a:gd name="T10" fmla="*/ 58 w 133"/>
                <a:gd name="T11" fmla="*/ 44 h 44"/>
                <a:gd name="T12" fmla="*/ 115 w 133"/>
                <a:gd name="T13" fmla="*/ 44 h 44"/>
                <a:gd name="T14" fmla="*/ 133 w 133"/>
                <a:gd name="T15" fmla="*/ 44 h 44"/>
                <a:gd name="T16" fmla="*/ 118 w 133"/>
                <a:gd name="T17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3" h="44">
                  <a:moveTo>
                    <a:pt x="118" y="0"/>
                  </a:moveTo>
                  <a:lnTo>
                    <a:pt x="115" y="0"/>
                  </a:lnTo>
                  <a:lnTo>
                    <a:pt x="70" y="0"/>
                  </a:lnTo>
                  <a:lnTo>
                    <a:pt x="11" y="0"/>
                  </a:lnTo>
                  <a:lnTo>
                    <a:pt x="0" y="44"/>
                  </a:lnTo>
                  <a:lnTo>
                    <a:pt x="58" y="44"/>
                  </a:lnTo>
                  <a:lnTo>
                    <a:pt x="115" y="44"/>
                  </a:lnTo>
                  <a:lnTo>
                    <a:pt x="133" y="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rgbClr val="E50E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24"/>
            <p:cNvSpPr/>
            <p:nvPr/>
          </p:nvSpPr>
          <p:spPr bwMode="auto">
            <a:xfrm>
              <a:off x="2516495" y="2852150"/>
              <a:ext cx="117475" cy="69850"/>
            </a:xfrm>
            <a:custGeom>
              <a:avLst/>
              <a:gdLst>
                <a:gd name="T0" fmla="*/ 20 w 74"/>
                <a:gd name="T1" fmla="*/ 0 h 44"/>
                <a:gd name="T2" fmla="*/ 64 w 74"/>
                <a:gd name="T3" fmla="*/ 0 h 44"/>
                <a:gd name="T4" fmla="*/ 74 w 74"/>
                <a:gd name="T5" fmla="*/ 44 h 44"/>
                <a:gd name="T6" fmla="*/ 0 w 74"/>
                <a:gd name="T7" fmla="*/ 44 h 44"/>
                <a:gd name="T8" fmla="*/ 20 w 7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44">
                  <a:moveTo>
                    <a:pt x="20" y="0"/>
                  </a:moveTo>
                  <a:lnTo>
                    <a:pt x="64" y="0"/>
                  </a:lnTo>
                  <a:lnTo>
                    <a:pt x="74" y="44"/>
                  </a:lnTo>
                  <a:lnTo>
                    <a:pt x="0" y="44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CE09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25"/>
            <p:cNvSpPr/>
            <p:nvPr/>
          </p:nvSpPr>
          <p:spPr bwMode="auto">
            <a:xfrm>
              <a:off x="2667307" y="2852150"/>
              <a:ext cx="209550" cy="69850"/>
            </a:xfrm>
            <a:custGeom>
              <a:avLst/>
              <a:gdLst>
                <a:gd name="T0" fmla="*/ 118 w 132"/>
                <a:gd name="T1" fmla="*/ 0 h 44"/>
                <a:gd name="T2" fmla="*/ 115 w 132"/>
                <a:gd name="T3" fmla="*/ 0 h 44"/>
                <a:gd name="T4" fmla="*/ 69 w 132"/>
                <a:gd name="T5" fmla="*/ 0 h 44"/>
                <a:gd name="T6" fmla="*/ 10 w 132"/>
                <a:gd name="T7" fmla="*/ 0 h 44"/>
                <a:gd name="T8" fmla="*/ 0 w 132"/>
                <a:gd name="T9" fmla="*/ 44 h 44"/>
                <a:gd name="T10" fmla="*/ 57 w 132"/>
                <a:gd name="T11" fmla="*/ 44 h 44"/>
                <a:gd name="T12" fmla="*/ 115 w 132"/>
                <a:gd name="T13" fmla="*/ 44 h 44"/>
                <a:gd name="T14" fmla="*/ 132 w 132"/>
                <a:gd name="T15" fmla="*/ 44 h 44"/>
                <a:gd name="T16" fmla="*/ 118 w 132"/>
                <a:gd name="T17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2" h="44">
                  <a:moveTo>
                    <a:pt x="118" y="0"/>
                  </a:moveTo>
                  <a:lnTo>
                    <a:pt x="115" y="0"/>
                  </a:lnTo>
                  <a:lnTo>
                    <a:pt x="69" y="0"/>
                  </a:lnTo>
                  <a:lnTo>
                    <a:pt x="10" y="0"/>
                  </a:lnTo>
                  <a:lnTo>
                    <a:pt x="0" y="44"/>
                  </a:lnTo>
                  <a:lnTo>
                    <a:pt x="57" y="44"/>
                  </a:lnTo>
                  <a:lnTo>
                    <a:pt x="115" y="44"/>
                  </a:lnTo>
                  <a:lnTo>
                    <a:pt x="132" y="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rgbClr val="E50E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26"/>
            <p:cNvSpPr/>
            <p:nvPr/>
          </p:nvSpPr>
          <p:spPr bwMode="auto">
            <a:xfrm>
              <a:off x="2646670" y="2852150"/>
              <a:ext cx="119063" cy="69850"/>
            </a:xfrm>
            <a:custGeom>
              <a:avLst/>
              <a:gdLst>
                <a:gd name="T0" fmla="*/ 20 w 75"/>
                <a:gd name="T1" fmla="*/ 0 h 44"/>
                <a:gd name="T2" fmla="*/ 64 w 75"/>
                <a:gd name="T3" fmla="*/ 0 h 44"/>
                <a:gd name="T4" fmla="*/ 75 w 75"/>
                <a:gd name="T5" fmla="*/ 44 h 44"/>
                <a:gd name="T6" fmla="*/ 0 w 75"/>
                <a:gd name="T7" fmla="*/ 44 h 44"/>
                <a:gd name="T8" fmla="*/ 20 w 75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4">
                  <a:moveTo>
                    <a:pt x="20" y="0"/>
                  </a:moveTo>
                  <a:lnTo>
                    <a:pt x="64" y="0"/>
                  </a:lnTo>
                  <a:lnTo>
                    <a:pt x="75" y="44"/>
                  </a:lnTo>
                  <a:lnTo>
                    <a:pt x="0" y="44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CE09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27"/>
            <p:cNvSpPr/>
            <p:nvPr/>
          </p:nvSpPr>
          <p:spPr bwMode="auto">
            <a:xfrm>
              <a:off x="2472045" y="2780713"/>
              <a:ext cx="209550" cy="71438"/>
            </a:xfrm>
            <a:custGeom>
              <a:avLst/>
              <a:gdLst>
                <a:gd name="T0" fmla="*/ 118 w 132"/>
                <a:gd name="T1" fmla="*/ 0 h 45"/>
                <a:gd name="T2" fmla="*/ 115 w 132"/>
                <a:gd name="T3" fmla="*/ 0 h 45"/>
                <a:gd name="T4" fmla="*/ 70 w 132"/>
                <a:gd name="T5" fmla="*/ 0 h 45"/>
                <a:gd name="T6" fmla="*/ 11 w 132"/>
                <a:gd name="T7" fmla="*/ 0 h 45"/>
                <a:gd name="T8" fmla="*/ 0 w 132"/>
                <a:gd name="T9" fmla="*/ 45 h 45"/>
                <a:gd name="T10" fmla="*/ 58 w 132"/>
                <a:gd name="T11" fmla="*/ 45 h 45"/>
                <a:gd name="T12" fmla="*/ 115 w 132"/>
                <a:gd name="T13" fmla="*/ 45 h 45"/>
                <a:gd name="T14" fmla="*/ 132 w 132"/>
                <a:gd name="T15" fmla="*/ 45 h 45"/>
                <a:gd name="T16" fmla="*/ 118 w 132"/>
                <a:gd name="T1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2" h="45">
                  <a:moveTo>
                    <a:pt x="118" y="0"/>
                  </a:moveTo>
                  <a:lnTo>
                    <a:pt x="115" y="0"/>
                  </a:lnTo>
                  <a:lnTo>
                    <a:pt x="70" y="0"/>
                  </a:lnTo>
                  <a:lnTo>
                    <a:pt x="11" y="0"/>
                  </a:lnTo>
                  <a:lnTo>
                    <a:pt x="0" y="45"/>
                  </a:lnTo>
                  <a:lnTo>
                    <a:pt x="58" y="45"/>
                  </a:lnTo>
                  <a:lnTo>
                    <a:pt x="115" y="45"/>
                  </a:lnTo>
                  <a:lnTo>
                    <a:pt x="132" y="45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rgbClr val="E50E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28"/>
            <p:cNvSpPr/>
            <p:nvPr/>
          </p:nvSpPr>
          <p:spPr bwMode="auto">
            <a:xfrm>
              <a:off x="2451407" y="2780713"/>
              <a:ext cx="119063" cy="71438"/>
            </a:xfrm>
            <a:custGeom>
              <a:avLst/>
              <a:gdLst>
                <a:gd name="T0" fmla="*/ 20 w 75"/>
                <a:gd name="T1" fmla="*/ 0 h 45"/>
                <a:gd name="T2" fmla="*/ 64 w 75"/>
                <a:gd name="T3" fmla="*/ 0 h 45"/>
                <a:gd name="T4" fmla="*/ 75 w 75"/>
                <a:gd name="T5" fmla="*/ 45 h 45"/>
                <a:gd name="T6" fmla="*/ 0 w 75"/>
                <a:gd name="T7" fmla="*/ 45 h 45"/>
                <a:gd name="T8" fmla="*/ 20 w 75"/>
                <a:gd name="T9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5">
                  <a:moveTo>
                    <a:pt x="20" y="0"/>
                  </a:moveTo>
                  <a:lnTo>
                    <a:pt x="64" y="0"/>
                  </a:lnTo>
                  <a:lnTo>
                    <a:pt x="75" y="45"/>
                  </a:lnTo>
                  <a:lnTo>
                    <a:pt x="0" y="4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CE09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29"/>
            <p:cNvSpPr/>
            <p:nvPr/>
          </p:nvSpPr>
          <p:spPr bwMode="auto">
            <a:xfrm>
              <a:off x="2599045" y="2780713"/>
              <a:ext cx="209550" cy="71438"/>
            </a:xfrm>
            <a:custGeom>
              <a:avLst/>
              <a:gdLst>
                <a:gd name="T0" fmla="*/ 118 w 132"/>
                <a:gd name="T1" fmla="*/ 0 h 45"/>
                <a:gd name="T2" fmla="*/ 115 w 132"/>
                <a:gd name="T3" fmla="*/ 0 h 45"/>
                <a:gd name="T4" fmla="*/ 70 w 132"/>
                <a:gd name="T5" fmla="*/ 0 h 45"/>
                <a:gd name="T6" fmla="*/ 11 w 132"/>
                <a:gd name="T7" fmla="*/ 0 h 45"/>
                <a:gd name="T8" fmla="*/ 0 w 132"/>
                <a:gd name="T9" fmla="*/ 45 h 45"/>
                <a:gd name="T10" fmla="*/ 57 w 132"/>
                <a:gd name="T11" fmla="*/ 45 h 45"/>
                <a:gd name="T12" fmla="*/ 115 w 132"/>
                <a:gd name="T13" fmla="*/ 45 h 45"/>
                <a:gd name="T14" fmla="*/ 132 w 132"/>
                <a:gd name="T15" fmla="*/ 45 h 45"/>
                <a:gd name="T16" fmla="*/ 118 w 132"/>
                <a:gd name="T1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2" h="45">
                  <a:moveTo>
                    <a:pt x="118" y="0"/>
                  </a:moveTo>
                  <a:lnTo>
                    <a:pt x="115" y="0"/>
                  </a:lnTo>
                  <a:lnTo>
                    <a:pt x="70" y="0"/>
                  </a:lnTo>
                  <a:lnTo>
                    <a:pt x="11" y="0"/>
                  </a:lnTo>
                  <a:lnTo>
                    <a:pt x="0" y="45"/>
                  </a:lnTo>
                  <a:lnTo>
                    <a:pt x="57" y="45"/>
                  </a:lnTo>
                  <a:lnTo>
                    <a:pt x="115" y="45"/>
                  </a:lnTo>
                  <a:lnTo>
                    <a:pt x="132" y="45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rgbClr val="E50E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30"/>
            <p:cNvSpPr/>
            <p:nvPr/>
          </p:nvSpPr>
          <p:spPr bwMode="auto">
            <a:xfrm>
              <a:off x="2578407" y="2780713"/>
              <a:ext cx="119063" cy="71438"/>
            </a:xfrm>
            <a:custGeom>
              <a:avLst/>
              <a:gdLst>
                <a:gd name="T0" fmla="*/ 20 w 75"/>
                <a:gd name="T1" fmla="*/ 0 h 45"/>
                <a:gd name="T2" fmla="*/ 64 w 75"/>
                <a:gd name="T3" fmla="*/ 0 h 45"/>
                <a:gd name="T4" fmla="*/ 75 w 75"/>
                <a:gd name="T5" fmla="*/ 45 h 45"/>
                <a:gd name="T6" fmla="*/ 0 w 75"/>
                <a:gd name="T7" fmla="*/ 45 h 45"/>
                <a:gd name="T8" fmla="*/ 20 w 75"/>
                <a:gd name="T9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5">
                  <a:moveTo>
                    <a:pt x="20" y="0"/>
                  </a:moveTo>
                  <a:lnTo>
                    <a:pt x="64" y="0"/>
                  </a:lnTo>
                  <a:lnTo>
                    <a:pt x="75" y="45"/>
                  </a:lnTo>
                  <a:lnTo>
                    <a:pt x="0" y="4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CE09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Rectangle 31"/>
            <p:cNvSpPr>
              <a:spLocks noChangeArrowheads="1"/>
            </p:cNvSpPr>
            <p:nvPr/>
          </p:nvSpPr>
          <p:spPr bwMode="auto">
            <a:xfrm>
              <a:off x="2273607" y="2922000"/>
              <a:ext cx="263525" cy="73025"/>
            </a:xfrm>
            <a:prstGeom prst="rect">
              <a:avLst/>
            </a:prstGeom>
            <a:solidFill>
              <a:srgbClr val="CCCE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Rectangle 32"/>
            <p:cNvSpPr>
              <a:spLocks noChangeArrowheads="1"/>
            </p:cNvSpPr>
            <p:nvPr/>
          </p:nvSpPr>
          <p:spPr bwMode="auto">
            <a:xfrm>
              <a:off x="2537132" y="2922000"/>
              <a:ext cx="458788" cy="73025"/>
            </a:xfrm>
            <a:prstGeom prst="rect">
              <a:avLst/>
            </a:prstGeom>
            <a:solidFill>
              <a:srgbClr val="E5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Rectangle 33"/>
            <p:cNvSpPr>
              <a:spLocks noChangeArrowheads="1"/>
            </p:cNvSpPr>
            <p:nvPr/>
          </p:nvSpPr>
          <p:spPr bwMode="auto">
            <a:xfrm>
              <a:off x="2718107" y="2922000"/>
              <a:ext cx="103188" cy="149225"/>
            </a:xfrm>
            <a:prstGeom prst="rect">
              <a:avLst/>
            </a:prstGeom>
            <a:solidFill>
              <a:srgbClr val="E5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1436995" y="4022138"/>
              <a:ext cx="439738" cy="69850"/>
            </a:xfrm>
            <a:prstGeom prst="ellipse">
              <a:avLst/>
            </a:prstGeom>
            <a:solidFill>
              <a:srgbClr val="CCCE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35"/>
            <p:cNvSpPr/>
            <p:nvPr/>
          </p:nvSpPr>
          <p:spPr bwMode="auto">
            <a:xfrm>
              <a:off x="1524307" y="3901488"/>
              <a:ext cx="274638" cy="161925"/>
            </a:xfrm>
            <a:custGeom>
              <a:avLst/>
              <a:gdLst>
                <a:gd name="T0" fmla="*/ 0 w 366"/>
                <a:gd name="T1" fmla="*/ 0 h 216"/>
                <a:gd name="T2" fmla="*/ 307 w 366"/>
                <a:gd name="T3" fmla="*/ 44 h 216"/>
                <a:gd name="T4" fmla="*/ 315 w 366"/>
                <a:gd name="T5" fmla="*/ 44 h 216"/>
                <a:gd name="T6" fmla="*/ 315 w 366"/>
                <a:gd name="T7" fmla="*/ 45 h 216"/>
                <a:gd name="T8" fmla="*/ 327 w 366"/>
                <a:gd name="T9" fmla="*/ 47 h 216"/>
                <a:gd name="T10" fmla="*/ 315 w 366"/>
                <a:gd name="T11" fmla="*/ 53 h 216"/>
                <a:gd name="T12" fmla="*/ 295 w 366"/>
                <a:gd name="T13" fmla="*/ 178 h 216"/>
                <a:gd name="T14" fmla="*/ 365 w 366"/>
                <a:gd name="T15" fmla="*/ 203 h 216"/>
                <a:gd name="T16" fmla="*/ 265 w 366"/>
                <a:gd name="T17" fmla="*/ 204 h 216"/>
                <a:gd name="T18" fmla="*/ 257 w 366"/>
                <a:gd name="T19" fmla="*/ 76 h 216"/>
                <a:gd name="T20" fmla="*/ 89 w 366"/>
                <a:gd name="T21" fmla="*/ 68 h 216"/>
                <a:gd name="T22" fmla="*/ 63 w 366"/>
                <a:gd name="T23" fmla="*/ 178 h 216"/>
                <a:gd name="T24" fmla="*/ 131 w 366"/>
                <a:gd name="T25" fmla="*/ 201 h 216"/>
                <a:gd name="T26" fmla="*/ 43 w 366"/>
                <a:gd name="T27" fmla="*/ 203 h 216"/>
                <a:gd name="T28" fmla="*/ 31 w 366"/>
                <a:gd name="T29" fmla="*/ 202 h 216"/>
                <a:gd name="T30" fmla="*/ 31 w 366"/>
                <a:gd name="T31" fmla="*/ 32 h 216"/>
                <a:gd name="T32" fmla="*/ 0 w 366"/>
                <a:gd name="T33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6" h="216">
                  <a:moveTo>
                    <a:pt x="0" y="0"/>
                  </a:moveTo>
                  <a:cubicBezTo>
                    <a:pt x="307" y="44"/>
                    <a:pt x="307" y="44"/>
                    <a:pt x="307" y="44"/>
                  </a:cubicBezTo>
                  <a:cubicBezTo>
                    <a:pt x="315" y="44"/>
                    <a:pt x="315" y="44"/>
                    <a:pt x="315" y="44"/>
                  </a:cubicBezTo>
                  <a:cubicBezTo>
                    <a:pt x="315" y="45"/>
                    <a:pt x="315" y="45"/>
                    <a:pt x="315" y="45"/>
                  </a:cubicBezTo>
                  <a:cubicBezTo>
                    <a:pt x="327" y="47"/>
                    <a:pt x="327" y="47"/>
                    <a:pt x="327" y="47"/>
                  </a:cubicBezTo>
                  <a:cubicBezTo>
                    <a:pt x="323" y="49"/>
                    <a:pt x="319" y="51"/>
                    <a:pt x="315" y="53"/>
                  </a:cubicBezTo>
                  <a:cubicBezTo>
                    <a:pt x="295" y="178"/>
                    <a:pt x="295" y="178"/>
                    <a:pt x="295" y="178"/>
                  </a:cubicBezTo>
                  <a:cubicBezTo>
                    <a:pt x="328" y="182"/>
                    <a:pt x="366" y="191"/>
                    <a:pt x="365" y="203"/>
                  </a:cubicBezTo>
                  <a:cubicBezTo>
                    <a:pt x="365" y="216"/>
                    <a:pt x="302" y="205"/>
                    <a:pt x="265" y="204"/>
                  </a:cubicBezTo>
                  <a:cubicBezTo>
                    <a:pt x="257" y="76"/>
                    <a:pt x="257" y="76"/>
                    <a:pt x="257" y="76"/>
                  </a:cubicBezTo>
                  <a:cubicBezTo>
                    <a:pt x="187" y="97"/>
                    <a:pt x="131" y="86"/>
                    <a:pt x="89" y="68"/>
                  </a:cubicBezTo>
                  <a:cubicBezTo>
                    <a:pt x="63" y="178"/>
                    <a:pt x="63" y="178"/>
                    <a:pt x="63" y="178"/>
                  </a:cubicBezTo>
                  <a:cubicBezTo>
                    <a:pt x="97" y="181"/>
                    <a:pt x="131" y="188"/>
                    <a:pt x="131" y="201"/>
                  </a:cubicBezTo>
                  <a:cubicBezTo>
                    <a:pt x="131" y="214"/>
                    <a:pt x="79" y="204"/>
                    <a:pt x="43" y="203"/>
                  </a:cubicBezTo>
                  <a:cubicBezTo>
                    <a:pt x="31" y="202"/>
                    <a:pt x="31" y="202"/>
                    <a:pt x="31" y="20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11" y="15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564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36"/>
            <p:cNvSpPr/>
            <p:nvPr/>
          </p:nvSpPr>
          <p:spPr bwMode="auto">
            <a:xfrm>
              <a:off x="2111682" y="3539538"/>
              <a:ext cx="98425" cy="122238"/>
            </a:xfrm>
            <a:custGeom>
              <a:avLst/>
              <a:gdLst>
                <a:gd name="T0" fmla="*/ 0 w 131"/>
                <a:gd name="T1" fmla="*/ 137 h 163"/>
                <a:gd name="T2" fmla="*/ 46 w 131"/>
                <a:gd name="T3" fmla="*/ 82 h 163"/>
                <a:gd name="T4" fmla="*/ 74 w 131"/>
                <a:gd name="T5" fmla="*/ 55 h 163"/>
                <a:gd name="T6" fmla="*/ 89 w 131"/>
                <a:gd name="T7" fmla="*/ 60 h 163"/>
                <a:gd name="T8" fmla="*/ 95 w 131"/>
                <a:gd name="T9" fmla="*/ 68 h 163"/>
                <a:gd name="T10" fmla="*/ 94 w 131"/>
                <a:gd name="T11" fmla="*/ 84 h 163"/>
                <a:gd name="T12" fmla="*/ 31 w 131"/>
                <a:gd name="T13" fmla="*/ 163 h 163"/>
                <a:gd name="T14" fmla="*/ 0 w 131"/>
                <a:gd name="T15" fmla="*/ 137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1" h="163">
                  <a:moveTo>
                    <a:pt x="0" y="137"/>
                  </a:moveTo>
                  <a:cubicBezTo>
                    <a:pt x="0" y="137"/>
                    <a:pt x="65" y="16"/>
                    <a:pt x="46" y="82"/>
                  </a:cubicBezTo>
                  <a:cubicBezTo>
                    <a:pt x="46" y="82"/>
                    <a:pt x="87" y="0"/>
                    <a:pt x="74" y="55"/>
                  </a:cubicBezTo>
                  <a:cubicBezTo>
                    <a:pt x="74" y="55"/>
                    <a:pt x="101" y="17"/>
                    <a:pt x="89" y="60"/>
                  </a:cubicBezTo>
                  <a:cubicBezTo>
                    <a:pt x="89" y="60"/>
                    <a:pt x="119" y="31"/>
                    <a:pt x="95" y="68"/>
                  </a:cubicBezTo>
                  <a:cubicBezTo>
                    <a:pt x="95" y="68"/>
                    <a:pt x="131" y="38"/>
                    <a:pt x="94" y="84"/>
                  </a:cubicBezTo>
                  <a:cubicBezTo>
                    <a:pt x="94" y="84"/>
                    <a:pt x="58" y="133"/>
                    <a:pt x="31" y="163"/>
                  </a:cubicBezTo>
                  <a:lnTo>
                    <a:pt x="0" y="137"/>
                  </a:lnTo>
                  <a:close/>
                </a:path>
              </a:pathLst>
            </a:custGeom>
            <a:solidFill>
              <a:srgbClr val="F9DA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37"/>
            <p:cNvSpPr/>
            <p:nvPr/>
          </p:nvSpPr>
          <p:spPr bwMode="auto">
            <a:xfrm>
              <a:off x="1744970" y="3626850"/>
              <a:ext cx="414338" cy="257175"/>
            </a:xfrm>
            <a:custGeom>
              <a:avLst/>
              <a:gdLst>
                <a:gd name="T0" fmla="*/ 232 w 553"/>
                <a:gd name="T1" fmla="*/ 344 h 344"/>
                <a:gd name="T2" fmla="*/ 197 w 553"/>
                <a:gd name="T3" fmla="*/ 341 h 344"/>
                <a:gd name="T4" fmla="*/ 0 w 553"/>
                <a:gd name="T5" fmla="*/ 132 h 344"/>
                <a:gd name="T6" fmla="*/ 62 w 553"/>
                <a:gd name="T7" fmla="*/ 113 h 344"/>
                <a:gd name="T8" fmla="*/ 210 w 553"/>
                <a:gd name="T9" fmla="*/ 277 h 344"/>
                <a:gd name="T10" fmla="*/ 489 w 553"/>
                <a:gd name="T11" fmla="*/ 0 h 344"/>
                <a:gd name="T12" fmla="*/ 553 w 553"/>
                <a:gd name="T13" fmla="*/ 36 h 344"/>
                <a:gd name="T14" fmla="*/ 232 w 553"/>
                <a:gd name="T15" fmla="*/ 34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3" h="344">
                  <a:moveTo>
                    <a:pt x="232" y="344"/>
                  </a:moveTo>
                  <a:cubicBezTo>
                    <a:pt x="221" y="344"/>
                    <a:pt x="209" y="343"/>
                    <a:pt x="197" y="341"/>
                  </a:cubicBezTo>
                  <a:cubicBezTo>
                    <a:pt x="58" y="314"/>
                    <a:pt x="2" y="139"/>
                    <a:pt x="0" y="132"/>
                  </a:cubicBezTo>
                  <a:cubicBezTo>
                    <a:pt x="62" y="113"/>
                    <a:pt x="62" y="113"/>
                    <a:pt x="62" y="113"/>
                  </a:cubicBezTo>
                  <a:cubicBezTo>
                    <a:pt x="62" y="114"/>
                    <a:pt x="109" y="258"/>
                    <a:pt x="210" y="277"/>
                  </a:cubicBezTo>
                  <a:cubicBezTo>
                    <a:pt x="287" y="292"/>
                    <a:pt x="391" y="163"/>
                    <a:pt x="489" y="0"/>
                  </a:cubicBezTo>
                  <a:cubicBezTo>
                    <a:pt x="553" y="36"/>
                    <a:pt x="553" y="36"/>
                    <a:pt x="553" y="36"/>
                  </a:cubicBezTo>
                  <a:cubicBezTo>
                    <a:pt x="454" y="186"/>
                    <a:pt x="386" y="333"/>
                    <a:pt x="232" y="344"/>
                  </a:cubicBezTo>
                  <a:close/>
                </a:path>
              </a:pathLst>
            </a:custGeom>
            <a:solidFill>
              <a:srgbClr val="564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38"/>
            <p:cNvSpPr/>
            <p:nvPr/>
          </p:nvSpPr>
          <p:spPr bwMode="auto">
            <a:xfrm>
              <a:off x="1506845" y="3661775"/>
              <a:ext cx="293688" cy="284163"/>
            </a:xfrm>
            <a:custGeom>
              <a:avLst/>
              <a:gdLst>
                <a:gd name="T0" fmla="*/ 185 w 185"/>
                <a:gd name="T1" fmla="*/ 32 h 179"/>
                <a:gd name="T2" fmla="*/ 174 w 185"/>
                <a:gd name="T3" fmla="*/ 175 h 179"/>
                <a:gd name="T4" fmla="*/ 8 w 185"/>
                <a:gd name="T5" fmla="*/ 179 h 179"/>
                <a:gd name="T6" fmla="*/ 0 w 185"/>
                <a:gd name="T7" fmla="*/ 0 h 179"/>
                <a:gd name="T8" fmla="*/ 185 w 185"/>
                <a:gd name="T9" fmla="*/ 32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5" h="179">
                  <a:moveTo>
                    <a:pt x="185" y="32"/>
                  </a:moveTo>
                  <a:lnTo>
                    <a:pt x="174" y="175"/>
                  </a:lnTo>
                  <a:lnTo>
                    <a:pt x="8" y="179"/>
                  </a:lnTo>
                  <a:lnTo>
                    <a:pt x="0" y="0"/>
                  </a:lnTo>
                  <a:lnTo>
                    <a:pt x="185" y="32"/>
                  </a:lnTo>
                  <a:close/>
                </a:path>
              </a:pathLst>
            </a:custGeom>
            <a:solidFill>
              <a:srgbClr val="564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39"/>
            <p:cNvSpPr/>
            <p:nvPr/>
          </p:nvSpPr>
          <p:spPr bwMode="auto">
            <a:xfrm>
              <a:off x="1546532" y="3693525"/>
              <a:ext cx="225425" cy="214313"/>
            </a:xfrm>
            <a:custGeom>
              <a:avLst/>
              <a:gdLst>
                <a:gd name="T0" fmla="*/ 142 w 142"/>
                <a:gd name="T1" fmla="*/ 0 h 135"/>
                <a:gd name="T2" fmla="*/ 0 w 142"/>
                <a:gd name="T3" fmla="*/ 2 h 135"/>
                <a:gd name="T4" fmla="*/ 17 w 142"/>
                <a:gd name="T5" fmla="*/ 90 h 135"/>
                <a:gd name="T6" fmla="*/ 86 w 142"/>
                <a:gd name="T7" fmla="*/ 135 h 135"/>
                <a:gd name="T8" fmla="*/ 129 w 142"/>
                <a:gd name="T9" fmla="*/ 84 h 135"/>
                <a:gd name="T10" fmla="*/ 142 w 142"/>
                <a:gd name="T11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2" h="135">
                  <a:moveTo>
                    <a:pt x="142" y="0"/>
                  </a:moveTo>
                  <a:lnTo>
                    <a:pt x="0" y="2"/>
                  </a:lnTo>
                  <a:lnTo>
                    <a:pt x="17" y="90"/>
                  </a:lnTo>
                  <a:lnTo>
                    <a:pt x="86" y="135"/>
                  </a:lnTo>
                  <a:lnTo>
                    <a:pt x="129" y="84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rgbClr val="FD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40"/>
            <p:cNvSpPr/>
            <p:nvPr/>
          </p:nvSpPr>
          <p:spPr bwMode="auto">
            <a:xfrm>
              <a:off x="1652895" y="3745913"/>
              <a:ext cx="39688" cy="173038"/>
            </a:xfrm>
            <a:custGeom>
              <a:avLst/>
              <a:gdLst>
                <a:gd name="T0" fmla="*/ 25 w 25"/>
                <a:gd name="T1" fmla="*/ 9 h 109"/>
                <a:gd name="T2" fmla="*/ 14 w 25"/>
                <a:gd name="T3" fmla="*/ 0 h 109"/>
                <a:gd name="T4" fmla="*/ 1 w 25"/>
                <a:gd name="T5" fmla="*/ 9 h 109"/>
                <a:gd name="T6" fmla="*/ 10 w 25"/>
                <a:gd name="T7" fmla="*/ 22 h 109"/>
                <a:gd name="T8" fmla="*/ 0 w 25"/>
                <a:gd name="T9" fmla="*/ 90 h 109"/>
                <a:gd name="T10" fmla="*/ 13 w 25"/>
                <a:gd name="T11" fmla="*/ 109 h 109"/>
                <a:gd name="T12" fmla="*/ 25 w 25"/>
                <a:gd name="T13" fmla="*/ 88 h 109"/>
                <a:gd name="T14" fmla="*/ 17 w 25"/>
                <a:gd name="T15" fmla="*/ 22 h 109"/>
                <a:gd name="T16" fmla="*/ 25 w 25"/>
                <a:gd name="T17" fmla="*/ 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109">
                  <a:moveTo>
                    <a:pt x="25" y="9"/>
                  </a:moveTo>
                  <a:lnTo>
                    <a:pt x="14" y="0"/>
                  </a:lnTo>
                  <a:lnTo>
                    <a:pt x="1" y="9"/>
                  </a:lnTo>
                  <a:lnTo>
                    <a:pt x="10" y="22"/>
                  </a:lnTo>
                  <a:lnTo>
                    <a:pt x="0" y="90"/>
                  </a:lnTo>
                  <a:lnTo>
                    <a:pt x="13" y="109"/>
                  </a:lnTo>
                  <a:lnTo>
                    <a:pt x="25" y="88"/>
                  </a:lnTo>
                  <a:lnTo>
                    <a:pt x="17" y="22"/>
                  </a:lnTo>
                  <a:lnTo>
                    <a:pt x="25" y="9"/>
                  </a:lnTo>
                  <a:close/>
                </a:path>
              </a:pathLst>
            </a:custGeom>
            <a:solidFill>
              <a:srgbClr val="CE09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41"/>
            <p:cNvSpPr/>
            <p:nvPr/>
          </p:nvSpPr>
          <p:spPr bwMode="auto">
            <a:xfrm>
              <a:off x="1683057" y="3736388"/>
              <a:ext cx="65088" cy="52388"/>
            </a:xfrm>
            <a:custGeom>
              <a:avLst/>
              <a:gdLst>
                <a:gd name="T0" fmla="*/ 0 w 41"/>
                <a:gd name="T1" fmla="*/ 10 h 33"/>
                <a:gd name="T2" fmla="*/ 13 w 41"/>
                <a:gd name="T3" fmla="*/ 33 h 33"/>
                <a:gd name="T4" fmla="*/ 41 w 41"/>
                <a:gd name="T5" fmla="*/ 0 h 33"/>
                <a:gd name="T6" fmla="*/ 0 w 41"/>
                <a:gd name="T7" fmla="*/ 1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" h="33">
                  <a:moveTo>
                    <a:pt x="0" y="10"/>
                  </a:moveTo>
                  <a:lnTo>
                    <a:pt x="13" y="33"/>
                  </a:lnTo>
                  <a:lnTo>
                    <a:pt x="41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D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42"/>
            <p:cNvSpPr>
              <a:spLocks noEditPoints="1"/>
            </p:cNvSpPr>
            <p:nvPr/>
          </p:nvSpPr>
          <p:spPr bwMode="auto">
            <a:xfrm>
              <a:off x="1683057" y="3734800"/>
              <a:ext cx="69850" cy="57150"/>
            </a:xfrm>
            <a:custGeom>
              <a:avLst/>
              <a:gdLst>
                <a:gd name="T0" fmla="*/ 22 w 93"/>
                <a:gd name="T1" fmla="*/ 17 h 76"/>
                <a:gd name="T2" fmla="*/ 43 w 93"/>
                <a:gd name="T3" fmla="*/ 12 h 76"/>
                <a:gd name="T4" fmla="*/ 87 w 93"/>
                <a:gd name="T5" fmla="*/ 1 h 76"/>
                <a:gd name="T6" fmla="*/ 93 w 93"/>
                <a:gd name="T7" fmla="*/ 0 h 76"/>
                <a:gd name="T8" fmla="*/ 89 w 93"/>
                <a:gd name="T9" fmla="*/ 5 h 76"/>
                <a:gd name="T10" fmla="*/ 74 w 93"/>
                <a:gd name="T11" fmla="*/ 22 h 76"/>
                <a:gd name="T12" fmla="*/ 59 w 93"/>
                <a:gd name="T13" fmla="*/ 39 h 76"/>
                <a:gd name="T14" fmla="*/ 45 w 93"/>
                <a:gd name="T15" fmla="*/ 57 h 76"/>
                <a:gd name="T16" fmla="*/ 30 w 93"/>
                <a:gd name="T17" fmla="*/ 74 h 76"/>
                <a:gd name="T18" fmla="*/ 28 w 93"/>
                <a:gd name="T19" fmla="*/ 76 h 76"/>
                <a:gd name="T20" fmla="*/ 27 w 93"/>
                <a:gd name="T21" fmla="*/ 74 h 76"/>
                <a:gd name="T22" fmla="*/ 13 w 93"/>
                <a:gd name="T23" fmla="*/ 49 h 76"/>
                <a:gd name="T24" fmla="*/ 0 w 93"/>
                <a:gd name="T25" fmla="*/ 23 h 76"/>
                <a:gd name="T26" fmla="*/ 22 w 93"/>
                <a:gd name="T27" fmla="*/ 17 h 76"/>
                <a:gd name="T28" fmla="*/ 15 w 93"/>
                <a:gd name="T29" fmla="*/ 47 h 76"/>
                <a:gd name="T30" fmla="*/ 30 w 93"/>
                <a:gd name="T31" fmla="*/ 72 h 76"/>
                <a:gd name="T32" fmla="*/ 27 w 93"/>
                <a:gd name="T33" fmla="*/ 72 h 76"/>
                <a:gd name="T34" fmla="*/ 42 w 93"/>
                <a:gd name="T35" fmla="*/ 54 h 76"/>
                <a:gd name="T36" fmla="*/ 56 w 93"/>
                <a:gd name="T37" fmla="*/ 37 h 76"/>
                <a:gd name="T38" fmla="*/ 71 w 93"/>
                <a:gd name="T39" fmla="*/ 19 h 76"/>
                <a:gd name="T40" fmla="*/ 86 w 93"/>
                <a:gd name="T41" fmla="*/ 2 h 76"/>
                <a:gd name="T42" fmla="*/ 88 w 93"/>
                <a:gd name="T43" fmla="*/ 5 h 76"/>
                <a:gd name="T44" fmla="*/ 44 w 93"/>
                <a:gd name="T45" fmla="*/ 15 h 76"/>
                <a:gd name="T46" fmla="*/ 22 w 93"/>
                <a:gd name="T47" fmla="*/ 19 h 76"/>
                <a:gd name="T48" fmla="*/ 0 w 93"/>
                <a:gd name="T49" fmla="*/ 23 h 76"/>
                <a:gd name="T50" fmla="*/ 15 w 93"/>
                <a:gd name="T51" fmla="*/ 47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3" h="76">
                  <a:moveTo>
                    <a:pt x="22" y="17"/>
                  </a:moveTo>
                  <a:cubicBezTo>
                    <a:pt x="29" y="15"/>
                    <a:pt x="36" y="14"/>
                    <a:pt x="43" y="12"/>
                  </a:cubicBezTo>
                  <a:cubicBezTo>
                    <a:pt x="58" y="8"/>
                    <a:pt x="72" y="5"/>
                    <a:pt x="87" y="1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89" y="5"/>
                    <a:pt x="89" y="5"/>
                    <a:pt x="89" y="5"/>
                  </a:cubicBezTo>
                  <a:cubicBezTo>
                    <a:pt x="74" y="22"/>
                    <a:pt x="74" y="22"/>
                    <a:pt x="74" y="22"/>
                  </a:cubicBezTo>
                  <a:cubicBezTo>
                    <a:pt x="59" y="39"/>
                    <a:pt x="59" y="39"/>
                    <a:pt x="59" y="39"/>
                  </a:cubicBezTo>
                  <a:cubicBezTo>
                    <a:pt x="55" y="45"/>
                    <a:pt x="50" y="51"/>
                    <a:pt x="45" y="57"/>
                  </a:cubicBezTo>
                  <a:cubicBezTo>
                    <a:pt x="40" y="63"/>
                    <a:pt x="35" y="68"/>
                    <a:pt x="30" y="74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4"/>
                    <a:pt x="27" y="74"/>
                    <a:pt x="27" y="74"/>
                  </a:cubicBezTo>
                  <a:cubicBezTo>
                    <a:pt x="22" y="65"/>
                    <a:pt x="18" y="57"/>
                    <a:pt x="13" y="49"/>
                  </a:cubicBezTo>
                  <a:cubicBezTo>
                    <a:pt x="9" y="40"/>
                    <a:pt x="4" y="32"/>
                    <a:pt x="0" y="23"/>
                  </a:cubicBezTo>
                  <a:cubicBezTo>
                    <a:pt x="7" y="21"/>
                    <a:pt x="14" y="19"/>
                    <a:pt x="22" y="17"/>
                  </a:cubicBezTo>
                  <a:close/>
                  <a:moveTo>
                    <a:pt x="15" y="47"/>
                  </a:moveTo>
                  <a:cubicBezTo>
                    <a:pt x="20" y="56"/>
                    <a:pt x="25" y="64"/>
                    <a:pt x="30" y="72"/>
                  </a:cubicBezTo>
                  <a:cubicBezTo>
                    <a:pt x="27" y="72"/>
                    <a:pt x="27" y="72"/>
                    <a:pt x="27" y="72"/>
                  </a:cubicBezTo>
                  <a:cubicBezTo>
                    <a:pt x="32" y="66"/>
                    <a:pt x="37" y="60"/>
                    <a:pt x="42" y="54"/>
                  </a:cubicBezTo>
                  <a:cubicBezTo>
                    <a:pt x="46" y="48"/>
                    <a:pt x="51" y="43"/>
                    <a:pt x="56" y="37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86" y="2"/>
                    <a:pt x="86" y="2"/>
                    <a:pt x="86" y="2"/>
                  </a:cubicBezTo>
                  <a:cubicBezTo>
                    <a:pt x="88" y="5"/>
                    <a:pt x="88" y="5"/>
                    <a:pt x="88" y="5"/>
                  </a:cubicBezTo>
                  <a:cubicBezTo>
                    <a:pt x="73" y="8"/>
                    <a:pt x="59" y="12"/>
                    <a:pt x="44" y="15"/>
                  </a:cubicBezTo>
                  <a:cubicBezTo>
                    <a:pt x="37" y="16"/>
                    <a:pt x="29" y="18"/>
                    <a:pt x="22" y="19"/>
                  </a:cubicBezTo>
                  <a:cubicBezTo>
                    <a:pt x="15" y="20"/>
                    <a:pt x="7" y="22"/>
                    <a:pt x="0" y="23"/>
                  </a:cubicBezTo>
                  <a:cubicBezTo>
                    <a:pt x="5" y="31"/>
                    <a:pt x="10" y="39"/>
                    <a:pt x="15" y="47"/>
                  </a:cubicBezTo>
                  <a:close/>
                </a:path>
              </a:pathLst>
            </a:custGeom>
            <a:solidFill>
              <a:srgbClr val="443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43"/>
            <p:cNvSpPr/>
            <p:nvPr/>
          </p:nvSpPr>
          <p:spPr bwMode="auto">
            <a:xfrm>
              <a:off x="1597332" y="3742738"/>
              <a:ext cx="65088" cy="50800"/>
            </a:xfrm>
            <a:custGeom>
              <a:avLst/>
              <a:gdLst>
                <a:gd name="T0" fmla="*/ 41 w 41"/>
                <a:gd name="T1" fmla="*/ 7 h 32"/>
                <a:gd name="T2" fmla="*/ 29 w 41"/>
                <a:gd name="T3" fmla="*/ 32 h 32"/>
                <a:gd name="T4" fmla="*/ 0 w 41"/>
                <a:gd name="T5" fmla="*/ 0 h 32"/>
                <a:gd name="T6" fmla="*/ 41 w 41"/>
                <a:gd name="T7" fmla="*/ 7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" h="32">
                  <a:moveTo>
                    <a:pt x="41" y="7"/>
                  </a:moveTo>
                  <a:lnTo>
                    <a:pt x="29" y="32"/>
                  </a:lnTo>
                  <a:lnTo>
                    <a:pt x="0" y="0"/>
                  </a:lnTo>
                  <a:lnTo>
                    <a:pt x="41" y="7"/>
                  </a:lnTo>
                  <a:close/>
                </a:path>
              </a:pathLst>
            </a:custGeom>
            <a:solidFill>
              <a:srgbClr val="FD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44"/>
            <p:cNvSpPr>
              <a:spLocks noEditPoints="1"/>
            </p:cNvSpPr>
            <p:nvPr/>
          </p:nvSpPr>
          <p:spPr bwMode="auto">
            <a:xfrm>
              <a:off x="1592570" y="3741150"/>
              <a:ext cx="69850" cy="53975"/>
            </a:xfrm>
            <a:custGeom>
              <a:avLst/>
              <a:gdLst>
                <a:gd name="T0" fmla="*/ 72 w 94"/>
                <a:gd name="T1" fmla="*/ 15 h 72"/>
                <a:gd name="T2" fmla="*/ 50 w 94"/>
                <a:gd name="T3" fmla="*/ 12 h 72"/>
                <a:gd name="T4" fmla="*/ 6 w 94"/>
                <a:gd name="T5" fmla="*/ 5 h 72"/>
                <a:gd name="T6" fmla="*/ 7 w 94"/>
                <a:gd name="T7" fmla="*/ 2 h 72"/>
                <a:gd name="T8" fmla="*/ 23 w 94"/>
                <a:gd name="T9" fmla="*/ 19 h 72"/>
                <a:gd name="T10" fmla="*/ 39 w 94"/>
                <a:gd name="T11" fmla="*/ 35 h 72"/>
                <a:gd name="T12" fmla="*/ 54 w 94"/>
                <a:gd name="T13" fmla="*/ 52 h 72"/>
                <a:gd name="T14" fmla="*/ 70 w 94"/>
                <a:gd name="T15" fmla="*/ 69 h 72"/>
                <a:gd name="T16" fmla="*/ 67 w 94"/>
                <a:gd name="T17" fmla="*/ 69 h 72"/>
                <a:gd name="T18" fmla="*/ 80 w 94"/>
                <a:gd name="T19" fmla="*/ 43 h 72"/>
                <a:gd name="T20" fmla="*/ 94 w 94"/>
                <a:gd name="T21" fmla="*/ 18 h 72"/>
                <a:gd name="T22" fmla="*/ 72 w 94"/>
                <a:gd name="T23" fmla="*/ 15 h 72"/>
                <a:gd name="T24" fmla="*/ 82 w 94"/>
                <a:gd name="T25" fmla="*/ 44 h 72"/>
                <a:gd name="T26" fmla="*/ 70 w 94"/>
                <a:gd name="T27" fmla="*/ 70 h 72"/>
                <a:gd name="T28" fmla="*/ 69 w 94"/>
                <a:gd name="T29" fmla="*/ 72 h 72"/>
                <a:gd name="T30" fmla="*/ 67 w 94"/>
                <a:gd name="T31" fmla="*/ 71 h 72"/>
                <a:gd name="T32" fmla="*/ 51 w 94"/>
                <a:gd name="T33" fmla="*/ 54 h 72"/>
                <a:gd name="T34" fmla="*/ 36 w 94"/>
                <a:gd name="T35" fmla="*/ 38 h 72"/>
                <a:gd name="T36" fmla="*/ 20 w 94"/>
                <a:gd name="T37" fmla="*/ 21 h 72"/>
                <a:gd name="T38" fmla="*/ 4 w 94"/>
                <a:gd name="T39" fmla="*/ 5 h 72"/>
                <a:gd name="T40" fmla="*/ 0 w 94"/>
                <a:gd name="T41" fmla="*/ 0 h 72"/>
                <a:gd name="T42" fmla="*/ 6 w 94"/>
                <a:gd name="T43" fmla="*/ 1 h 72"/>
                <a:gd name="T44" fmla="*/ 50 w 94"/>
                <a:gd name="T45" fmla="*/ 9 h 72"/>
                <a:gd name="T46" fmla="*/ 72 w 94"/>
                <a:gd name="T47" fmla="*/ 14 h 72"/>
                <a:gd name="T48" fmla="*/ 94 w 94"/>
                <a:gd name="T49" fmla="*/ 18 h 72"/>
                <a:gd name="T50" fmla="*/ 82 w 94"/>
                <a:gd name="T51" fmla="*/ 44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4" h="72">
                  <a:moveTo>
                    <a:pt x="72" y="15"/>
                  </a:moveTo>
                  <a:cubicBezTo>
                    <a:pt x="64" y="14"/>
                    <a:pt x="57" y="13"/>
                    <a:pt x="50" y="12"/>
                  </a:cubicBezTo>
                  <a:cubicBezTo>
                    <a:pt x="35" y="10"/>
                    <a:pt x="20" y="8"/>
                    <a:pt x="6" y="5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4" y="41"/>
                    <a:pt x="49" y="46"/>
                    <a:pt x="54" y="52"/>
                  </a:cubicBezTo>
                  <a:cubicBezTo>
                    <a:pt x="59" y="57"/>
                    <a:pt x="65" y="63"/>
                    <a:pt x="70" y="69"/>
                  </a:cubicBezTo>
                  <a:cubicBezTo>
                    <a:pt x="67" y="69"/>
                    <a:pt x="67" y="69"/>
                    <a:pt x="67" y="69"/>
                  </a:cubicBezTo>
                  <a:cubicBezTo>
                    <a:pt x="71" y="60"/>
                    <a:pt x="76" y="52"/>
                    <a:pt x="80" y="43"/>
                  </a:cubicBezTo>
                  <a:cubicBezTo>
                    <a:pt x="85" y="35"/>
                    <a:pt x="89" y="27"/>
                    <a:pt x="94" y="18"/>
                  </a:cubicBezTo>
                  <a:cubicBezTo>
                    <a:pt x="87" y="17"/>
                    <a:pt x="79" y="16"/>
                    <a:pt x="72" y="15"/>
                  </a:cubicBezTo>
                  <a:close/>
                  <a:moveTo>
                    <a:pt x="82" y="44"/>
                  </a:moveTo>
                  <a:cubicBezTo>
                    <a:pt x="78" y="53"/>
                    <a:pt x="74" y="62"/>
                    <a:pt x="70" y="70"/>
                  </a:cubicBezTo>
                  <a:cubicBezTo>
                    <a:pt x="69" y="72"/>
                    <a:pt x="69" y="72"/>
                    <a:pt x="69" y="72"/>
                  </a:cubicBezTo>
                  <a:cubicBezTo>
                    <a:pt x="67" y="71"/>
                    <a:pt x="67" y="71"/>
                    <a:pt x="67" y="71"/>
                  </a:cubicBezTo>
                  <a:cubicBezTo>
                    <a:pt x="62" y="65"/>
                    <a:pt x="57" y="60"/>
                    <a:pt x="51" y="54"/>
                  </a:cubicBezTo>
                  <a:cubicBezTo>
                    <a:pt x="46" y="49"/>
                    <a:pt x="41" y="43"/>
                    <a:pt x="36" y="38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21" y="4"/>
                    <a:pt x="36" y="7"/>
                    <a:pt x="50" y="9"/>
                  </a:cubicBezTo>
                  <a:cubicBezTo>
                    <a:pt x="57" y="11"/>
                    <a:pt x="65" y="12"/>
                    <a:pt x="72" y="14"/>
                  </a:cubicBezTo>
                  <a:cubicBezTo>
                    <a:pt x="79" y="15"/>
                    <a:pt x="87" y="17"/>
                    <a:pt x="94" y="18"/>
                  </a:cubicBezTo>
                  <a:cubicBezTo>
                    <a:pt x="90" y="27"/>
                    <a:pt x="86" y="36"/>
                    <a:pt x="82" y="44"/>
                  </a:cubicBezTo>
                  <a:close/>
                </a:path>
              </a:pathLst>
            </a:custGeom>
            <a:solidFill>
              <a:srgbClr val="443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45"/>
            <p:cNvSpPr/>
            <p:nvPr/>
          </p:nvSpPr>
          <p:spPr bwMode="auto">
            <a:xfrm>
              <a:off x="1546532" y="3718925"/>
              <a:ext cx="230188" cy="211138"/>
            </a:xfrm>
            <a:custGeom>
              <a:avLst/>
              <a:gdLst>
                <a:gd name="T0" fmla="*/ 117 w 145"/>
                <a:gd name="T1" fmla="*/ 19 h 133"/>
                <a:gd name="T2" fmla="*/ 80 w 145"/>
                <a:gd name="T3" fmla="*/ 65 h 133"/>
                <a:gd name="T4" fmla="*/ 37 w 145"/>
                <a:gd name="T5" fmla="*/ 20 h 133"/>
                <a:gd name="T6" fmla="*/ 0 w 145"/>
                <a:gd name="T7" fmla="*/ 0 h 133"/>
                <a:gd name="T8" fmla="*/ 17 w 145"/>
                <a:gd name="T9" fmla="*/ 93 h 133"/>
                <a:gd name="T10" fmla="*/ 86 w 145"/>
                <a:gd name="T11" fmla="*/ 133 h 133"/>
                <a:gd name="T12" fmla="*/ 142 w 145"/>
                <a:gd name="T13" fmla="*/ 78 h 133"/>
                <a:gd name="T14" fmla="*/ 145 w 145"/>
                <a:gd name="T15" fmla="*/ 4 h 133"/>
                <a:gd name="T16" fmla="*/ 117 w 145"/>
                <a:gd name="T17" fmla="*/ 1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5" h="133">
                  <a:moveTo>
                    <a:pt x="117" y="19"/>
                  </a:moveTo>
                  <a:lnTo>
                    <a:pt x="80" y="65"/>
                  </a:lnTo>
                  <a:lnTo>
                    <a:pt x="37" y="20"/>
                  </a:lnTo>
                  <a:lnTo>
                    <a:pt x="0" y="0"/>
                  </a:lnTo>
                  <a:lnTo>
                    <a:pt x="17" y="93"/>
                  </a:lnTo>
                  <a:lnTo>
                    <a:pt x="86" y="133"/>
                  </a:lnTo>
                  <a:lnTo>
                    <a:pt x="142" y="78"/>
                  </a:lnTo>
                  <a:lnTo>
                    <a:pt x="145" y="4"/>
                  </a:lnTo>
                  <a:lnTo>
                    <a:pt x="117" y="19"/>
                  </a:lnTo>
                  <a:close/>
                </a:path>
              </a:pathLst>
            </a:custGeom>
            <a:solidFill>
              <a:srgbClr val="564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46"/>
            <p:cNvSpPr/>
            <p:nvPr/>
          </p:nvSpPr>
          <p:spPr bwMode="auto">
            <a:xfrm>
              <a:off x="1684645" y="3725275"/>
              <a:ext cx="85725" cy="93663"/>
            </a:xfrm>
            <a:custGeom>
              <a:avLst/>
              <a:gdLst>
                <a:gd name="T0" fmla="*/ 114 w 115"/>
                <a:gd name="T1" fmla="*/ 0 h 124"/>
                <a:gd name="T2" fmla="*/ 115 w 115"/>
                <a:gd name="T3" fmla="*/ 18 h 124"/>
                <a:gd name="T4" fmla="*/ 115 w 115"/>
                <a:gd name="T5" fmla="*/ 37 h 124"/>
                <a:gd name="T6" fmla="*/ 115 w 115"/>
                <a:gd name="T7" fmla="*/ 38 h 124"/>
                <a:gd name="T8" fmla="*/ 114 w 115"/>
                <a:gd name="T9" fmla="*/ 38 h 124"/>
                <a:gd name="T10" fmla="*/ 95 w 115"/>
                <a:gd name="T11" fmla="*/ 38 h 124"/>
                <a:gd name="T12" fmla="*/ 75 w 115"/>
                <a:gd name="T13" fmla="*/ 39 h 124"/>
                <a:gd name="T14" fmla="*/ 76 w 115"/>
                <a:gd name="T15" fmla="*/ 36 h 124"/>
                <a:gd name="T16" fmla="*/ 107 w 115"/>
                <a:gd name="T17" fmla="*/ 56 h 124"/>
                <a:gd name="T18" fmla="*/ 110 w 115"/>
                <a:gd name="T19" fmla="*/ 58 h 124"/>
                <a:gd name="T20" fmla="*/ 107 w 115"/>
                <a:gd name="T21" fmla="*/ 59 h 124"/>
                <a:gd name="T22" fmla="*/ 52 w 115"/>
                <a:gd name="T23" fmla="*/ 90 h 124"/>
                <a:gd name="T24" fmla="*/ 25 w 115"/>
                <a:gd name="T25" fmla="*/ 106 h 124"/>
                <a:gd name="T26" fmla="*/ 0 w 115"/>
                <a:gd name="T27" fmla="*/ 124 h 124"/>
                <a:gd name="T28" fmla="*/ 12 w 115"/>
                <a:gd name="T29" fmla="*/ 114 h 124"/>
                <a:gd name="T30" fmla="*/ 24 w 115"/>
                <a:gd name="T31" fmla="*/ 104 h 124"/>
                <a:gd name="T32" fmla="*/ 50 w 115"/>
                <a:gd name="T33" fmla="*/ 87 h 124"/>
                <a:gd name="T34" fmla="*/ 77 w 115"/>
                <a:gd name="T35" fmla="*/ 71 h 124"/>
                <a:gd name="T36" fmla="*/ 105 w 115"/>
                <a:gd name="T37" fmla="*/ 56 h 124"/>
                <a:gd name="T38" fmla="*/ 105 w 115"/>
                <a:gd name="T39" fmla="*/ 59 h 124"/>
                <a:gd name="T40" fmla="*/ 74 w 115"/>
                <a:gd name="T41" fmla="*/ 39 h 124"/>
                <a:gd name="T42" fmla="*/ 69 w 115"/>
                <a:gd name="T43" fmla="*/ 35 h 124"/>
                <a:gd name="T44" fmla="*/ 75 w 115"/>
                <a:gd name="T45" fmla="*/ 35 h 124"/>
                <a:gd name="T46" fmla="*/ 95 w 115"/>
                <a:gd name="T47" fmla="*/ 35 h 124"/>
                <a:gd name="T48" fmla="*/ 114 w 115"/>
                <a:gd name="T49" fmla="*/ 35 h 124"/>
                <a:gd name="T50" fmla="*/ 113 w 115"/>
                <a:gd name="T51" fmla="*/ 37 h 124"/>
                <a:gd name="T52" fmla="*/ 113 w 115"/>
                <a:gd name="T53" fmla="*/ 18 h 124"/>
                <a:gd name="T54" fmla="*/ 114 w 115"/>
                <a:gd name="T55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15" h="124">
                  <a:moveTo>
                    <a:pt x="114" y="0"/>
                  </a:moveTo>
                  <a:cubicBezTo>
                    <a:pt x="114" y="6"/>
                    <a:pt x="114" y="12"/>
                    <a:pt x="115" y="18"/>
                  </a:cubicBezTo>
                  <a:cubicBezTo>
                    <a:pt x="115" y="24"/>
                    <a:pt x="115" y="31"/>
                    <a:pt x="115" y="37"/>
                  </a:cubicBezTo>
                  <a:cubicBezTo>
                    <a:pt x="115" y="38"/>
                    <a:pt x="115" y="38"/>
                    <a:pt x="115" y="38"/>
                  </a:cubicBezTo>
                  <a:cubicBezTo>
                    <a:pt x="114" y="38"/>
                    <a:pt x="114" y="38"/>
                    <a:pt x="114" y="38"/>
                  </a:cubicBezTo>
                  <a:cubicBezTo>
                    <a:pt x="95" y="38"/>
                    <a:pt x="95" y="38"/>
                    <a:pt x="95" y="38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6"/>
                    <a:pt x="76" y="36"/>
                    <a:pt x="76" y="36"/>
                  </a:cubicBezTo>
                  <a:cubicBezTo>
                    <a:pt x="87" y="42"/>
                    <a:pt x="97" y="49"/>
                    <a:pt x="107" y="56"/>
                  </a:cubicBezTo>
                  <a:cubicBezTo>
                    <a:pt x="110" y="58"/>
                    <a:pt x="110" y="58"/>
                    <a:pt x="110" y="58"/>
                  </a:cubicBezTo>
                  <a:cubicBezTo>
                    <a:pt x="107" y="59"/>
                    <a:pt x="107" y="59"/>
                    <a:pt x="107" y="59"/>
                  </a:cubicBezTo>
                  <a:cubicBezTo>
                    <a:pt x="88" y="69"/>
                    <a:pt x="70" y="79"/>
                    <a:pt x="52" y="90"/>
                  </a:cubicBezTo>
                  <a:cubicBezTo>
                    <a:pt x="43" y="95"/>
                    <a:pt x="34" y="100"/>
                    <a:pt x="25" y="106"/>
                  </a:cubicBezTo>
                  <a:cubicBezTo>
                    <a:pt x="17" y="112"/>
                    <a:pt x="8" y="118"/>
                    <a:pt x="0" y="124"/>
                  </a:cubicBezTo>
                  <a:cubicBezTo>
                    <a:pt x="4" y="121"/>
                    <a:pt x="7" y="117"/>
                    <a:pt x="12" y="114"/>
                  </a:cubicBezTo>
                  <a:cubicBezTo>
                    <a:pt x="16" y="111"/>
                    <a:pt x="20" y="107"/>
                    <a:pt x="24" y="104"/>
                  </a:cubicBezTo>
                  <a:cubicBezTo>
                    <a:pt x="33" y="98"/>
                    <a:pt x="41" y="92"/>
                    <a:pt x="50" y="87"/>
                  </a:cubicBezTo>
                  <a:cubicBezTo>
                    <a:pt x="59" y="81"/>
                    <a:pt x="68" y="76"/>
                    <a:pt x="77" y="71"/>
                  </a:cubicBezTo>
                  <a:cubicBezTo>
                    <a:pt x="86" y="66"/>
                    <a:pt x="95" y="60"/>
                    <a:pt x="105" y="56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94" y="52"/>
                    <a:pt x="84" y="46"/>
                    <a:pt x="74" y="39"/>
                  </a:cubicBezTo>
                  <a:cubicBezTo>
                    <a:pt x="69" y="35"/>
                    <a:pt x="69" y="35"/>
                    <a:pt x="69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95" y="35"/>
                    <a:pt x="95" y="35"/>
                    <a:pt x="95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1"/>
                    <a:pt x="113" y="24"/>
                    <a:pt x="113" y="18"/>
                  </a:cubicBezTo>
                  <a:cubicBezTo>
                    <a:pt x="113" y="12"/>
                    <a:pt x="113" y="6"/>
                    <a:pt x="114" y="0"/>
                  </a:cubicBezTo>
                  <a:close/>
                </a:path>
              </a:pathLst>
            </a:custGeom>
            <a:solidFill>
              <a:srgbClr val="443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47"/>
            <p:cNvSpPr/>
            <p:nvPr/>
          </p:nvSpPr>
          <p:spPr bwMode="auto">
            <a:xfrm>
              <a:off x="1560820" y="3744325"/>
              <a:ext cx="103188" cy="73025"/>
            </a:xfrm>
            <a:custGeom>
              <a:avLst/>
              <a:gdLst>
                <a:gd name="T0" fmla="*/ 0 w 137"/>
                <a:gd name="T1" fmla="*/ 0 h 98"/>
                <a:gd name="T2" fmla="*/ 3 w 137"/>
                <a:gd name="T3" fmla="*/ 18 h 98"/>
                <a:gd name="T4" fmla="*/ 6 w 137"/>
                <a:gd name="T5" fmla="*/ 36 h 98"/>
                <a:gd name="T6" fmla="*/ 7 w 137"/>
                <a:gd name="T7" fmla="*/ 37 h 98"/>
                <a:gd name="T8" fmla="*/ 8 w 137"/>
                <a:gd name="T9" fmla="*/ 37 h 98"/>
                <a:gd name="T10" fmla="*/ 27 w 137"/>
                <a:gd name="T11" fmla="*/ 34 h 98"/>
                <a:gd name="T12" fmla="*/ 46 w 137"/>
                <a:gd name="T13" fmla="*/ 30 h 98"/>
                <a:gd name="T14" fmla="*/ 44 w 137"/>
                <a:gd name="T15" fmla="*/ 27 h 98"/>
                <a:gd name="T16" fmla="*/ 19 w 137"/>
                <a:gd name="T17" fmla="*/ 53 h 98"/>
                <a:gd name="T18" fmla="*/ 16 w 137"/>
                <a:gd name="T19" fmla="*/ 56 h 98"/>
                <a:gd name="T20" fmla="*/ 20 w 137"/>
                <a:gd name="T21" fmla="*/ 57 h 98"/>
                <a:gd name="T22" fmla="*/ 79 w 137"/>
                <a:gd name="T23" fmla="*/ 75 h 98"/>
                <a:gd name="T24" fmla="*/ 109 w 137"/>
                <a:gd name="T25" fmla="*/ 86 h 98"/>
                <a:gd name="T26" fmla="*/ 137 w 137"/>
                <a:gd name="T27" fmla="*/ 98 h 98"/>
                <a:gd name="T28" fmla="*/ 124 w 137"/>
                <a:gd name="T29" fmla="*/ 90 h 98"/>
                <a:gd name="T30" fmla="*/ 110 w 137"/>
                <a:gd name="T31" fmla="*/ 83 h 98"/>
                <a:gd name="T32" fmla="*/ 80 w 137"/>
                <a:gd name="T33" fmla="*/ 72 h 98"/>
                <a:gd name="T34" fmla="*/ 51 w 137"/>
                <a:gd name="T35" fmla="*/ 62 h 98"/>
                <a:gd name="T36" fmla="*/ 21 w 137"/>
                <a:gd name="T37" fmla="*/ 53 h 98"/>
                <a:gd name="T38" fmla="*/ 22 w 137"/>
                <a:gd name="T39" fmla="*/ 56 h 98"/>
                <a:gd name="T40" fmla="*/ 47 w 137"/>
                <a:gd name="T41" fmla="*/ 30 h 98"/>
                <a:gd name="T42" fmla="*/ 51 w 137"/>
                <a:gd name="T43" fmla="*/ 25 h 98"/>
                <a:gd name="T44" fmla="*/ 45 w 137"/>
                <a:gd name="T45" fmla="*/ 27 h 98"/>
                <a:gd name="T46" fmla="*/ 26 w 137"/>
                <a:gd name="T47" fmla="*/ 31 h 98"/>
                <a:gd name="T48" fmla="*/ 7 w 137"/>
                <a:gd name="T49" fmla="*/ 35 h 98"/>
                <a:gd name="T50" fmla="*/ 9 w 137"/>
                <a:gd name="T51" fmla="*/ 36 h 98"/>
                <a:gd name="T52" fmla="*/ 5 w 137"/>
                <a:gd name="T53" fmla="*/ 18 h 98"/>
                <a:gd name="T54" fmla="*/ 0 w 137"/>
                <a:gd name="T55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37" h="98">
                  <a:moveTo>
                    <a:pt x="0" y="0"/>
                  </a:moveTo>
                  <a:cubicBezTo>
                    <a:pt x="1" y="6"/>
                    <a:pt x="2" y="12"/>
                    <a:pt x="3" y="18"/>
                  </a:cubicBezTo>
                  <a:cubicBezTo>
                    <a:pt x="4" y="24"/>
                    <a:pt x="5" y="30"/>
                    <a:pt x="6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4" y="27"/>
                    <a:pt x="44" y="27"/>
                    <a:pt x="44" y="27"/>
                  </a:cubicBezTo>
                  <a:cubicBezTo>
                    <a:pt x="36" y="36"/>
                    <a:pt x="27" y="44"/>
                    <a:pt x="19" y="53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40" y="62"/>
                    <a:pt x="60" y="69"/>
                    <a:pt x="79" y="75"/>
                  </a:cubicBezTo>
                  <a:cubicBezTo>
                    <a:pt x="89" y="78"/>
                    <a:pt x="99" y="82"/>
                    <a:pt x="109" y="86"/>
                  </a:cubicBezTo>
                  <a:cubicBezTo>
                    <a:pt x="119" y="89"/>
                    <a:pt x="128" y="93"/>
                    <a:pt x="137" y="98"/>
                  </a:cubicBezTo>
                  <a:cubicBezTo>
                    <a:pt x="133" y="95"/>
                    <a:pt x="129" y="93"/>
                    <a:pt x="124" y="90"/>
                  </a:cubicBezTo>
                  <a:cubicBezTo>
                    <a:pt x="119" y="88"/>
                    <a:pt x="114" y="86"/>
                    <a:pt x="110" y="83"/>
                  </a:cubicBezTo>
                  <a:cubicBezTo>
                    <a:pt x="100" y="79"/>
                    <a:pt x="90" y="75"/>
                    <a:pt x="80" y="72"/>
                  </a:cubicBezTo>
                  <a:cubicBezTo>
                    <a:pt x="71" y="68"/>
                    <a:pt x="61" y="65"/>
                    <a:pt x="51" y="62"/>
                  </a:cubicBezTo>
                  <a:cubicBezTo>
                    <a:pt x="41" y="59"/>
                    <a:pt x="31" y="55"/>
                    <a:pt x="21" y="53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30" y="47"/>
                    <a:pt x="38" y="39"/>
                    <a:pt x="47" y="30"/>
                  </a:cubicBezTo>
                  <a:cubicBezTo>
                    <a:pt x="51" y="25"/>
                    <a:pt x="51" y="25"/>
                    <a:pt x="51" y="25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7" y="30"/>
                    <a:pt x="6" y="24"/>
                    <a:pt x="5" y="18"/>
                  </a:cubicBezTo>
                  <a:cubicBezTo>
                    <a:pt x="3" y="12"/>
                    <a:pt x="2" y="6"/>
                    <a:pt x="0" y="0"/>
                  </a:cubicBezTo>
                  <a:close/>
                </a:path>
              </a:pathLst>
            </a:custGeom>
            <a:solidFill>
              <a:srgbClr val="443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48"/>
            <p:cNvSpPr/>
            <p:nvPr/>
          </p:nvSpPr>
          <p:spPr bwMode="auto">
            <a:xfrm>
              <a:off x="1929120" y="3558588"/>
              <a:ext cx="87313" cy="125413"/>
            </a:xfrm>
            <a:custGeom>
              <a:avLst/>
              <a:gdLst>
                <a:gd name="T0" fmla="*/ 0 w 118"/>
                <a:gd name="T1" fmla="*/ 147 h 169"/>
                <a:gd name="T2" fmla="*/ 39 w 118"/>
                <a:gd name="T3" fmla="*/ 87 h 169"/>
                <a:gd name="T4" fmla="*/ 63 w 118"/>
                <a:gd name="T5" fmla="*/ 56 h 169"/>
                <a:gd name="T6" fmla="*/ 79 w 118"/>
                <a:gd name="T7" fmla="*/ 59 h 169"/>
                <a:gd name="T8" fmla="*/ 86 w 118"/>
                <a:gd name="T9" fmla="*/ 66 h 169"/>
                <a:gd name="T10" fmla="*/ 87 w 118"/>
                <a:gd name="T11" fmla="*/ 82 h 169"/>
                <a:gd name="T12" fmla="*/ 35 w 118"/>
                <a:gd name="T13" fmla="*/ 169 h 169"/>
                <a:gd name="T14" fmla="*/ 0 w 118"/>
                <a:gd name="T15" fmla="*/ 147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8" h="169">
                  <a:moveTo>
                    <a:pt x="0" y="147"/>
                  </a:moveTo>
                  <a:cubicBezTo>
                    <a:pt x="0" y="147"/>
                    <a:pt x="49" y="19"/>
                    <a:pt x="39" y="87"/>
                  </a:cubicBezTo>
                  <a:cubicBezTo>
                    <a:pt x="39" y="87"/>
                    <a:pt x="69" y="0"/>
                    <a:pt x="63" y="56"/>
                  </a:cubicBezTo>
                  <a:cubicBezTo>
                    <a:pt x="63" y="56"/>
                    <a:pt x="85" y="15"/>
                    <a:pt x="79" y="59"/>
                  </a:cubicBezTo>
                  <a:cubicBezTo>
                    <a:pt x="79" y="59"/>
                    <a:pt x="105" y="27"/>
                    <a:pt x="86" y="66"/>
                  </a:cubicBezTo>
                  <a:cubicBezTo>
                    <a:pt x="86" y="66"/>
                    <a:pt x="118" y="32"/>
                    <a:pt x="87" y="82"/>
                  </a:cubicBezTo>
                  <a:cubicBezTo>
                    <a:pt x="87" y="82"/>
                    <a:pt x="58" y="135"/>
                    <a:pt x="35" y="169"/>
                  </a:cubicBezTo>
                  <a:lnTo>
                    <a:pt x="0" y="147"/>
                  </a:lnTo>
                  <a:close/>
                </a:path>
              </a:pathLst>
            </a:custGeom>
            <a:solidFill>
              <a:srgbClr val="F9DA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49"/>
            <p:cNvSpPr/>
            <p:nvPr/>
          </p:nvSpPr>
          <p:spPr bwMode="auto">
            <a:xfrm>
              <a:off x="1540182" y="3898313"/>
              <a:ext cx="219075" cy="42863"/>
            </a:xfrm>
            <a:custGeom>
              <a:avLst/>
              <a:gdLst>
                <a:gd name="T0" fmla="*/ 293 w 293"/>
                <a:gd name="T1" fmla="*/ 50 h 57"/>
                <a:gd name="T2" fmla="*/ 269 w 293"/>
                <a:gd name="T3" fmla="*/ 47 h 57"/>
                <a:gd name="T4" fmla="*/ 246 w 293"/>
                <a:gd name="T5" fmla="*/ 44 h 57"/>
                <a:gd name="T6" fmla="*/ 200 w 293"/>
                <a:gd name="T7" fmla="*/ 39 h 57"/>
                <a:gd name="T8" fmla="*/ 202 w 293"/>
                <a:gd name="T9" fmla="*/ 40 h 57"/>
                <a:gd name="T10" fmla="*/ 186 w 293"/>
                <a:gd name="T11" fmla="*/ 4 h 57"/>
                <a:gd name="T12" fmla="*/ 184 w 293"/>
                <a:gd name="T13" fmla="*/ 0 h 57"/>
                <a:gd name="T14" fmla="*/ 181 w 293"/>
                <a:gd name="T15" fmla="*/ 4 h 57"/>
                <a:gd name="T16" fmla="*/ 151 w 293"/>
                <a:gd name="T17" fmla="*/ 39 h 57"/>
                <a:gd name="T18" fmla="*/ 153 w 293"/>
                <a:gd name="T19" fmla="*/ 37 h 57"/>
                <a:gd name="T20" fmla="*/ 115 w 293"/>
                <a:gd name="T21" fmla="*/ 42 h 57"/>
                <a:gd name="T22" fmla="*/ 76 w 293"/>
                <a:gd name="T23" fmla="*/ 47 h 57"/>
                <a:gd name="T24" fmla="*/ 38 w 293"/>
                <a:gd name="T25" fmla="*/ 52 h 57"/>
                <a:gd name="T26" fmla="*/ 0 w 293"/>
                <a:gd name="T27" fmla="*/ 57 h 57"/>
                <a:gd name="T28" fmla="*/ 38 w 293"/>
                <a:gd name="T29" fmla="*/ 55 h 57"/>
                <a:gd name="T30" fmla="*/ 77 w 293"/>
                <a:gd name="T31" fmla="*/ 51 h 57"/>
                <a:gd name="T32" fmla="*/ 115 w 293"/>
                <a:gd name="T33" fmla="*/ 48 h 57"/>
                <a:gd name="T34" fmla="*/ 154 w 293"/>
                <a:gd name="T35" fmla="*/ 44 h 57"/>
                <a:gd name="T36" fmla="*/ 155 w 293"/>
                <a:gd name="T37" fmla="*/ 44 h 57"/>
                <a:gd name="T38" fmla="*/ 156 w 293"/>
                <a:gd name="T39" fmla="*/ 43 h 57"/>
                <a:gd name="T40" fmla="*/ 185 w 293"/>
                <a:gd name="T41" fmla="*/ 8 h 57"/>
                <a:gd name="T42" fmla="*/ 180 w 293"/>
                <a:gd name="T43" fmla="*/ 7 h 57"/>
                <a:gd name="T44" fmla="*/ 197 w 293"/>
                <a:gd name="T45" fmla="*/ 42 h 57"/>
                <a:gd name="T46" fmla="*/ 198 w 293"/>
                <a:gd name="T47" fmla="*/ 44 h 57"/>
                <a:gd name="T48" fmla="*/ 199 w 293"/>
                <a:gd name="T49" fmla="*/ 44 h 57"/>
                <a:gd name="T50" fmla="*/ 246 w 293"/>
                <a:gd name="T51" fmla="*/ 47 h 57"/>
                <a:gd name="T52" fmla="*/ 269 w 293"/>
                <a:gd name="T53" fmla="*/ 49 h 57"/>
                <a:gd name="T54" fmla="*/ 293 w 293"/>
                <a:gd name="T55" fmla="*/ 5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93" h="57">
                  <a:moveTo>
                    <a:pt x="293" y="50"/>
                  </a:moveTo>
                  <a:cubicBezTo>
                    <a:pt x="285" y="49"/>
                    <a:pt x="277" y="48"/>
                    <a:pt x="269" y="47"/>
                  </a:cubicBezTo>
                  <a:cubicBezTo>
                    <a:pt x="246" y="44"/>
                    <a:pt x="246" y="44"/>
                    <a:pt x="246" y="44"/>
                  </a:cubicBezTo>
                  <a:cubicBezTo>
                    <a:pt x="231" y="42"/>
                    <a:pt x="215" y="40"/>
                    <a:pt x="200" y="39"/>
                  </a:cubicBezTo>
                  <a:cubicBezTo>
                    <a:pt x="202" y="40"/>
                    <a:pt x="202" y="40"/>
                    <a:pt x="202" y="40"/>
                  </a:cubicBezTo>
                  <a:cubicBezTo>
                    <a:pt x="186" y="4"/>
                    <a:pt x="186" y="4"/>
                    <a:pt x="186" y="4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181" y="4"/>
                    <a:pt x="181" y="4"/>
                    <a:pt x="181" y="4"/>
                  </a:cubicBezTo>
                  <a:cubicBezTo>
                    <a:pt x="171" y="15"/>
                    <a:pt x="161" y="27"/>
                    <a:pt x="151" y="39"/>
                  </a:cubicBezTo>
                  <a:cubicBezTo>
                    <a:pt x="153" y="37"/>
                    <a:pt x="153" y="37"/>
                    <a:pt x="153" y="37"/>
                  </a:cubicBezTo>
                  <a:cubicBezTo>
                    <a:pt x="140" y="39"/>
                    <a:pt x="128" y="40"/>
                    <a:pt x="115" y="42"/>
                  </a:cubicBezTo>
                  <a:cubicBezTo>
                    <a:pt x="102" y="43"/>
                    <a:pt x="89" y="45"/>
                    <a:pt x="76" y="47"/>
                  </a:cubicBezTo>
                  <a:cubicBezTo>
                    <a:pt x="64" y="48"/>
                    <a:pt x="51" y="50"/>
                    <a:pt x="38" y="52"/>
                  </a:cubicBezTo>
                  <a:cubicBezTo>
                    <a:pt x="25" y="54"/>
                    <a:pt x="13" y="55"/>
                    <a:pt x="0" y="57"/>
                  </a:cubicBezTo>
                  <a:cubicBezTo>
                    <a:pt x="13" y="57"/>
                    <a:pt x="26" y="56"/>
                    <a:pt x="38" y="55"/>
                  </a:cubicBezTo>
                  <a:cubicBezTo>
                    <a:pt x="51" y="54"/>
                    <a:pt x="64" y="53"/>
                    <a:pt x="77" y="51"/>
                  </a:cubicBezTo>
                  <a:cubicBezTo>
                    <a:pt x="90" y="50"/>
                    <a:pt x="103" y="49"/>
                    <a:pt x="115" y="48"/>
                  </a:cubicBezTo>
                  <a:cubicBezTo>
                    <a:pt x="128" y="47"/>
                    <a:pt x="141" y="45"/>
                    <a:pt x="154" y="44"/>
                  </a:cubicBezTo>
                  <a:cubicBezTo>
                    <a:pt x="155" y="44"/>
                    <a:pt x="155" y="44"/>
                    <a:pt x="155" y="44"/>
                  </a:cubicBezTo>
                  <a:cubicBezTo>
                    <a:pt x="156" y="43"/>
                    <a:pt x="156" y="43"/>
                    <a:pt x="156" y="43"/>
                  </a:cubicBezTo>
                  <a:cubicBezTo>
                    <a:pt x="166" y="31"/>
                    <a:pt x="175" y="19"/>
                    <a:pt x="185" y="8"/>
                  </a:cubicBezTo>
                  <a:cubicBezTo>
                    <a:pt x="180" y="7"/>
                    <a:pt x="180" y="7"/>
                    <a:pt x="180" y="7"/>
                  </a:cubicBezTo>
                  <a:cubicBezTo>
                    <a:pt x="197" y="42"/>
                    <a:pt x="197" y="42"/>
                    <a:pt x="197" y="42"/>
                  </a:cubicBezTo>
                  <a:cubicBezTo>
                    <a:pt x="198" y="44"/>
                    <a:pt x="198" y="44"/>
                    <a:pt x="198" y="44"/>
                  </a:cubicBezTo>
                  <a:cubicBezTo>
                    <a:pt x="199" y="44"/>
                    <a:pt x="199" y="44"/>
                    <a:pt x="199" y="44"/>
                  </a:cubicBezTo>
                  <a:cubicBezTo>
                    <a:pt x="215" y="45"/>
                    <a:pt x="230" y="46"/>
                    <a:pt x="246" y="47"/>
                  </a:cubicBezTo>
                  <a:cubicBezTo>
                    <a:pt x="269" y="49"/>
                    <a:pt x="269" y="49"/>
                    <a:pt x="269" y="49"/>
                  </a:cubicBezTo>
                  <a:cubicBezTo>
                    <a:pt x="277" y="49"/>
                    <a:pt x="285" y="49"/>
                    <a:pt x="293" y="50"/>
                  </a:cubicBezTo>
                  <a:close/>
                </a:path>
              </a:pathLst>
            </a:custGeom>
            <a:solidFill>
              <a:srgbClr val="443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Freeform 50"/>
            <p:cNvSpPr/>
            <p:nvPr/>
          </p:nvSpPr>
          <p:spPr bwMode="auto">
            <a:xfrm>
              <a:off x="1486207" y="3650663"/>
              <a:ext cx="484188" cy="203200"/>
            </a:xfrm>
            <a:custGeom>
              <a:avLst/>
              <a:gdLst>
                <a:gd name="T0" fmla="*/ 344 w 646"/>
                <a:gd name="T1" fmla="*/ 272 h 272"/>
                <a:gd name="T2" fmla="*/ 16 w 646"/>
                <a:gd name="T3" fmla="*/ 76 h 272"/>
                <a:gd name="T4" fmla="*/ 67 w 646"/>
                <a:gd name="T5" fmla="*/ 37 h 272"/>
                <a:gd name="T6" fmla="*/ 360 w 646"/>
                <a:gd name="T7" fmla="*/ 207 h 272"/>
                <a:gd name="T8" fmla="*/ 588 w 646"/>
                <a:gd name="T9" fmla="*/ 0 h 272"/>
                <a:gd name="T10" fmla="*/ 646 w 646"/>
                <a:gd name="T11" fmla="*/ 29 h 272"/>
                <a:gd name="T12" fmla="*/ 366 w 646"/>
                <a:gd name="T13" fmla="*/ 271 h 272"/>
                <a:gd name="T14" fmla="*/ 344 w 646"/>
                <a:gd name="T15" fmla="*/ 272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46" h="272">
                  <a:moveTo>
                    <a:pt x="344" y="272"/>
                  </a:moveTo>
                  <a:cubicBezTo>
                    <a:pt x="166" y="272"/>
                    <a:pt x="0" y="131"/>
                    <a:pt x="16" y="76"/>
                  </a:cubicBezTo>
                  <a:cubicBezTo>
                    <a:pt x="30" y="28"/>
                    <a:pt x="67" y="37"/>
                    <a:pt x="67" y="37"/>
                  </a:cubicBezTo>
                  <a:cubicBezTo>
                    <a:pt x="69" y="39"/>
                    <a:pt x="208" y="220"/>
                    <a:pt x="360" y="207"/>
                  </a:cubicBezTo>
                  <a:cubicBezTo>
                    <a:pt x="446" y="199"/>
                    <a:pt x="523" y="129"/>
                    <a:pt x="588" y="0"/>
                  </a:cubicBezTo>
                  <a:cubicBezTo>
                    <a:pt x="646" y="29"/>
                    <a:pt x="646" y="29"/>
                    <a:pt x="646" y="29"/>
                  </a:cubicBezTo>
                  <a:cubicBezTo>
                    <a:pt x="569" y="180"/>
                    <a:pt x="475" y="261"/>
                    <a:pt x="366" y="271"/>
                  </a:cubicBezTo>
                  <a:cubicBezTo>
                    <a:pt x="358" y="271"/>
                    <a:pt x="351" y="272"/>
                    <a:pt x="344" y="272"/>
                  </a:cubicBezTo>
                  <a:close/>
                </a:path>
              </a:pathLst>
            </a:custGeom>
            <a:solidFill>
              <a:srgbClr val="564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51"/>
            <p:cNvSpPr>
              <a:spLocks noEditPoints="1"/>
            </p:cNvSpPr>
            <p:nvPr/>
          </p:nvSpPr>
          <p:spPr bwMode="auto">
            <a:xfrm>
              <a:off x="1525895" y="3879263"/>
              <a:ext cx="63500" cy="22225"/>
            </a:xfrm>
            <a:custGeom>
              <a:avLst/>
              <a:gdLst>
                <a:gd name="T0" fmla="*/ 1 w 40"/>
                <a:gd name="T1" fmla="*/ 14 h 14"/>
                <a:gd name="T2" fmla="*/ 0 w 40"/>
                <a:gd name="T3" fmla="*/ 4 h 14"/>
                <a:gd name="T4" fmla="*/ 40 w 40"/>
                <a:gd name="T5" fmla="*/ 0 h 14"/>
                <a:gd name="T6" fmla="*/ 38 w 40"/>
                <a:gd name="T7" fmla="*/ 9 h 14"/>
                <a:gd name="T8" fmla="*/ 1 w 40"/>
                <a:gd name="T9" fmla="*/ 14 h 14"/>
                <a:gd name="T10" fmla="*/ 1 w 40"/>
                <a:gd name="T11" fmla="*/ 5 h 14"/>
                <a:gd name="T12" fmla="*/ 2 w 40"/>
                <a:gd name="T13" fmla="*/ 13 h 14"/>
                <a:gd name="T14" fmla="*/ 38 w 40"/>
                <a:gd name="T15" fmla="*/ 8 h 14"/>
                <a:gd name="T16" fmla="*/ 38 w 40"/>
                <a:gd name="T17" fmla="*/ 1 h 14"/>
                <a:gd name="T18" fmla="*/ 1 w 40"/>
                <a:gd name="T19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" h="14">
                  <a:moveTo>
                    <a:pt x="1" y="14"/>
                  </a:moveTo>
                  <a:lnTo>
                    <a:pt x="0" y="4"/>
                  </a:lnTo>
                  <a:lnTo>
                    <a:pt x="40" y="0"/>
                  </a:lnTo>
                  <a:lnTo>
                    <a:pt x="38" y="9"/>
                  </a:lnTo>
                  <a:lnTo>
                    <a:pt x="1" y="14"/>
                  </a:lnTo>
                  <a:close/>
                  <a:moveTo>
                    <a:pt x="1" y="5"/>
                  </a:moveTo>
                  <a:lnTo>
                    <a:pt x="2" y="13"/>
                  </a:lnTo>
                  <a:lnTo>
                    <a:pt x="38" y="8"/>
                  </a:lnTo>
                  <a:lnTo>
                    <a:pt x="38" y="1"/>
                  </a:lnTo>
                  <a:lnTo>
                    <a:pt x="1" y="5"/>
                  </a:lnTo>
                  <a:close/>
                </a:path>
              </a:pathLst>
            </a:custGeom>
            <a:solidFill>
              <a:srgbClr val="443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52"/>
            <p:cNvSpPr>
              <a:spLocks noEditPoints="1"/>
            </p:cNvSpPr>
            <p:nvPr/>
          </p:nvSpPr>
          <p:spPr bwMode="auto">
            <a:xfrm>
              <a:off x="1724332" y="3866563"/>
              <a:ext cx="60325" cy="19050"/>
            </a:xfrm>
            <a:custGeom>
              <a:avLst/>
              <a:gdLst>
                <a:gd name="T0" fmla="*/ 2 w 38"/>
                <a:gd name="T1" fmla="*/ 10 h 12"/>
                <a:gd name="T2" fmla="*/ 0 w 38"/>
                <a:gd name="T3" fmla="*/ 0 h 12"/>
                <a:gd name="T4" fmla="*/ 38 w 38"/>
                <a:gd name="T5" fmla="*/ 0 h 12"/>
                <a:gd name="T6" fmla="*/ 37 w 38"/>
                <a:gd name="T7" fmla="*/ 12 h 12"/>
                <a:gd name="T8" fmla="*/ 2 w 38"/>
                <a:gd name="T9" fmla="*/ 10 h 12"/>
                <a:gd name="T10" fmla="*/ 1 w 38"/>
                <a:gd name="T11" fmla="*/ 1 h 12"/>
                <a:gd name="T12" fmla="*/ 3 w 38"/>
                <a:gd name="T13" fmla="*/ 9 h 12"/>
                <a:gd name="T14" fmla="*/ 36 w 38"/>
                <a:gd name="T15" fmla="*/ 11 h 12"/>
                <a:gd name="T16" fmla="*/ 37 w 38"/>
                <a:gd name="T17" fmla="*/ 1 h 12"/>
                <a:gd name="T18" fmla="*/ 1 w 38"/>
                <a:gd name="T19" fmla="*/ 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12">
                  <a:moveTo>
                    <a:pt x="2" y="10"/>
                  </a:moveTo>
                  <a:lnTo>
                    <a:pt x="0" y="0"/>
                  </a:lnTo>
                  <a:lnTo>
                    <a:pt x="38" y="0"/>
                  </a:lnTo>
                  <a:lnTo>
                    <a:pt x="37" y="12"/>
                  </a:lnTo>
                  <a:lnTo>
                    <a:pt x="2" y="10"/>
                  </a:lnTo>
                  <a:close/>
                  <a:moveTo>
                    <a:pt x="1" y="1"/>
                  </a:moveTo>
                  <a:lnTo>
                    <a:pt x="3" y="9"/>
                  </a:lnTo>
                  <a:lnTo>
                    <a:pt x="36" y="11"/>
                  </a:lnTo>
                  <a:lnTo>
                    <a:pt x="37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43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53"/>
            <p:cNvSpPr/>
            <p:nvPr/>
          </p:nvSpPr>
          <p:spPr bwMode="auto">
            <a:xfrm>
              <a:off x="1535420" y="3807825"/>
              <a:ext cx="46038" cy="14288"/>
            </a:xfrm>
            <a:custGeom>
              <a:avLst/>
              <a:gdLst>
                <a:gd name="T0" fmla="*/ 60 w 60"/>
                <a:gd name="T1" fmla="*/ 12 h 19"/>
                <a:gd name="T2" fmla="*/ 26 w 60"/>
                <a:gd name="T3" fmla="*/ 0 h 19"/>
                <a:gd name="T4" fmla="*/ 0 w 60"/>
                <a:gd name="T5" fmla="*/ 19 h 19"/>
                <a:gd name="T6" fmla="*/ 60 w 60"/>
                <a:gd name="T7" fmla="*/ 1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" h="19">
                  <a:moveTo>
                    <a:pt x="60" y="12"/>
                  </a:moveTo>
                  <a:cubicBezTo>
                    <a:pt x="60" y="12"/>
                    <a:pt x="43" y="8"/>
                    <a:pt x="26" y="0"/>
                  </a:cubicBezTo>
                  <a:cubicBezTo>
                    <a:pt x="26" y="0"/>
                    <a:pt x="18" y="2"/>
                    <a:pt x="0" y="19"/>
                  </a:cubicBezTo>
                  <a:lnTo>
                    <a:pt x="60" y="12"/>
                  </a:lnTo>
                  <a:close/>
                </a:path>
              </a:pathLst>
            </a:custGeom>
            <a:solidFill>
              <a:srgbClr val="8C27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54"/>
            <p:cNvSpPr/>
            <p:nvPr/>
          </p:nvSpPr>
          <p:spPr bwMode="auto">
            <a:xfrm>
              <a:off x="1532245" y="3815763"/>
              <a:ext cx="55563" cy="7938"/>
            </a:xfrm>
            <a:custGeom>
              <a:avLst/>
              <a:gdLst>
                <a:gd name="T0" fmla="*/ 76 w 76"/>
                <a:gd name="T1" fmla="*/ 0 h 9"/>
                <a:gd name="T2" fmla="*/ 57 w 76"/>
                <a:gd name="T3" fmla="*/ 0 h 9"/>
                <a:gd name="T4" fmla="*/ 38 w 76"/>
                <a:gd name="T5" fmla="*/ 2 h 9"/>
                <a:gd name="T6" fmla="*/ 19 w 76"/>
                <a:gd name="T7" fmla="*/ 5 h 9"/>
                <a:gd name="T8" fmla="*/ 0 w 76"/>
                <a:gd name="T9" fmla="*/ 9 h 9"/>
                <a:gd name="T10" fmla="*/ 10 w 76"/>
                <a:gd name="T11" fmla="*/ 7 h 9"/>
                <a:gd name="T12" fmla="*/ 19 w 76"/>
                <a:gd name="T13" fmla="*/ 6 h 9"/>
                <a:gd name="T14" fmla="*/ 38 w 76"/>
                <a:gd name="T15" fmla="*/ 4 h 9"/>
                <a:gd name="T16" fmla="*/ 57 w 76"/>
                <a:gd name="T17" fmla="*/ 2 h 9"/>
                <a:gd name="T18" fmla="*/ 67 w 76"/>
                <a:gd name="T19" fmla="*/ 1 h 9"/>
                <a:gd name="T20" fmla="*/ 76 w 76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6" h="9">
                  <a:moveTo>
                    <a:pt x="76" y="0"/>
                  </a:moveTo>
                  <a:cubicBezTo>
                    <a:pt x="70" y="0"/>
                    <a:pt x="64" y="0"/>
                    <a:pt x="57" y="0"/>
                  </a:cubicBezTo>
                  <a:cubicBezTo>
                    <a:pt x="51" y="1"/>
                    <a:pt x="44" y="1"/>
                    <a:pt x="38" y="2"/>
                  </a:cubicBezTo>
                  <a:cubicBezTo>
                    <a:pt x="32" y="3"/>
                    <a:pt x="25" y="4"/>
                    <a:pt x="19" y="5"/>
                  </a:cubicBezTo>
                  <a:cubicBezTo>
                    <a:pt x="13" y="6"/>
                    <a:pt x="6" y="7"/>
                    <a:pt x="0" y="9"/>
                  </a:cubicBezTo>
                  <a:cubicBezTo>
                    <a:pt x="3" y="8"/>
                    <a:pt x="7" y="8"/>
                    <a:pt x="10" y="7"/>
                  </a:cubicBezTo>
                  <a:cubicBezTo>
                    <a:pt x="13" y="7"/>
                    <a:pt x="16" y="7"/>
                    <a:pt x="19" y="6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57" y="2"/>
                    <a:pt x="57" y="2"/>
                    <a:pt x="57" y="2"/>
                  </a:cubicBezTo>
                  <a:cubicBezTo>
                    <a:pt x="67" y="1"/>
                    <a:pt x="67" y="1"/>
                    <a:pt x="67" y="1"/>
                  </a:cubicBezTo>
                  <a:cubicBezTo>
                    <a:pt x="70" y="1"/>
                    <a:pt x="73" y="0"/>
                    <a:pt x="76" y="0"/>
                  </a:cubicBezTo>
                  <a:close/>
                </a:path>
              </a:pathLst>
            </a:custGeom>
            <a:solidFill>
              <a:srgbClr val="443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55"/>
            <p:cNvSpPr/>
            <p:nvPr/>
          </p:nvSpPr>
          <p:spPr bwMode="auto">
            <a:xfrm>
              <a:off x="1375082" y="3264900"/>
              <a:ext cx="153988" cy="423863"/>
            </a:xfrm>
            <a:custGeom>
              <a:avLst/>
              <a:gdLst>
                <a:gd name="T0" fmla="*/ 107 w 205"/>
                <a:gd name="T1" fmla="*/ 528 h 565"/>
                <a:gd name="T2" fmla="*/ 204 w 205"/>
                <a:gd name="T3" fmla="*/ 321 h 565"/>
                <a:gd name="T4" fmla="*/ 86 w 205"/>
                <a:gd name="T5" fmla="*/ 126 h 565"/>
                <a:gd name="T6" fmla="*/ 1 w 205"/>
                <a:gd name="T7" fmla="*/ 296 h 565"/>
                <a:gd name="T8" fmla="*/ 107 w 205"/>
                <a:gd name="T9" fmla="*/ 528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5" h="565">
                  <a:moveTo>
                    <a:pt x="107" y="528"/>
                  </a:moveTo>
                  <a:cubicBezTo>
                    <a:pt x="146" y="565"/>
                    <a:pt x="204" y="435"/>
                    <a:pt x="204" y="321"/>
                  </a:cubicBezTo>
                  <a:cubicBezTo>
                    <a:pt x="205" y="207"/>
                    <a:pt x="140" y="126"/>
                    <a:pt x="86" y="126"/>
                  </a:cubicBezTo>
                  <a:cubicBezTo>
                    <a:pt x="33" y="126"/>
                    <a:pt x="0" y="0"/>
                    <a:pt x="1" y="296"/>
                  </a:cubicBezTo>
                  <a:cubicBezTo>
                    <a:pt x="1" y="410"/>
                    <a:pt x="101" y="522"/>
                    <a:pt x="107" y="528"/>
                  </a:cubicBezTo>
                  <a:close/>
                </a:path>
              </a:pathLst>
            </a:custGeom>
            <a:solidFill>
              <a:srgbClr val="CE09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56"/>
            <p:cNvSpPr/>
            <p:nvPr/>
          </p:nvSpPr>
          <p:spPr bwMode="auto">
            <a:xfrm>
              <a:off x="1370320" y="3477625"/>
              <a:ext cx="93663" cy="165100"/>
            </a:xfrm>
            <a:custGeom>
              <a:avLst/>
              <a:gdLst>
                <a:gd name="T0" fmla="*/ 1 w 125"/>
                <a:gd name="T1" fmla="*/ 108 h 222"/>
                <a:gd name="T2" fmla="*/ 102 w 125"/>
                <a:gd name="T3" fmla="*/ 43 h 222"/>
                <a:gd name="T4" fmla="*/ 125 w 125"/>
                <a:gd name="T5" fmla="*/ 222 h 222"/>
                <a:gd name="T6" fmla="*/ 1 w 125"/>
                <a:gd name="T7" fmla="*/ 108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5" h="222">
                  <a:moveTo>
                    <a:pt x="1" y="108"/>
                  </a:moveTo>
                  <a:cubicBezTo>
                    <a:pt x="0" y="0"/>
                    <a:pt x="90" y="22"/>
                    <a:pt x="102" y="43"/>
                  </a:cubicBezTo>
                  <a:cubicBezTo>
                    <a:pt x="125" y="82"/>
                    <a:pt x="125" y="222"/>
                    <a:pt x="125" y="222"/>
                  </a:cubicBezTo>
                  <a:cubicBezTo>
                    <a:pt x="15" y="215"/>
                    <a:pt x="1" y="108"/>
                    <a:pt x="1" y="108"/>
                  </a:cubicBezTo>
                  <a:close/>
                </a:path>
              </a:pathLst>
            </a:custGeom>
            <a:solidFill>
              <a:srgbClr val="F9DA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57"/>
            <p:cNvSpPr/>
            <p:nvPr/>
          </p:nvSpPr>
          <p:spPr bwMode="auto">
            <a:xfrm>
              <a:off x="1410007" y="3225213"/>
              <a:ext cx="498475" cy="538163"/>
            </a:xfrm>
            <a:custGeom>
              <a:avLst/>
              <a:gdLst>
                <a:gd name="T0" fmla="*/ 38 w 667"/>
                <a:gd name="T1" fmla="*/ 443 h 719"/>
                <a:gd name="T2" fmla="*/ 372 w 667"/>
                <a:gd name="T3" fmla="*/ 719 h 719"/>
                <a:gd name="T4" fmla="*/ 667 w 667"/>
                <a:gd name="T5" fmla="*/ 418 h 719"/>
                <a:gd name="T6" fmla="*/ 307 w 667"/>
                <a:gd name="T7" fmla="*/ 12 h 719"/>
                <a:gd name="T8" fmla="*/ 38 w 667"/>
                <a:gd name="T9" fmla="*/ 443 h 7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7" h="719">
                  <a:moveTo>
                    <a:pt x="38" y="443"/>
                  </a:moveTo>
                  <a:cubicBezTo>
                    <a:pt x="38" y="595"/>
                    <a:pt x="187" y="719"/>
                    <a:pt x="372" y="719"/>
                  </a:cubicBezTo>
                  <a:cubicBezTo>
                    <a:pt x="557" y="719"/>
                    <a:pt x="667" y="570"/>
                    <a:pt x="667" y="418"/>
                  </a:cubicBezTo>
                  <a:cubicBezTo>
                    <a:pt x="667" y="266"/>
                    <a:pt x="627" y="25"/>
                    <a:pt x="307" y="12"/>
                  </a:cubicBezTo>
                  <a:cubicBezTo>
                    <a:pt x="0" y="0"/>
                    <a:pt x="38" y="291"/>
                    <a:pt x="38" y="443"/>
                  </a:cubicBezTo>
                  <a:close/>
                </a:path>
              </a:pathLst>
            </a:custGeom>
            <a:solidFill>
              <a:srgbClr val="F9DA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58"/>
            <p:cNvSpPr/>
            <p:nvPr/>
          </p:nvSpPr>
          <p:spPr bwMode="auto">
            <a:xfrm>
              <a:off x="1762432" y="3479213"/>
              <a:ext cx="120650" cy="120650"/>
            </a:xfrm>
            <a:custGeom>
              <a:avLst/>
              <a:gdLst>
                <a:gd name="T0" fmla="*/ 13 w 162"/>
                <a:gd name="T1" fmla="*/ 103 h 162"/>
                <a:gd name="T2" fmla="*/ 104 w 162"/>
                <a:gd name="T3" fmla="*/ 149 h 162"/>
                <a:gd name="T4" fmla="*/ 150 w 162"/>
                <a:gd name="T5" fmla="*/ 58 h 162"/>
                <a:gd name="T6" fmla="*/ 59 w 162"/>
                <a:gd name="T7" fmla="*/ 12 h 162"/>
                <a:gd name="T8" fmla="*/ 13 w 162"/>
                <a:gd name="T9" fmla="*/ 103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" h="162">
                  <a:moveTo>
                    <a:pt x="13" y="103"/>
                  </a:moveTo>
                  <a:cubicBezTo>
                    <a:pt x="25" y="141"/>
                    <a:pt x="66" y="162"/>
                    <a:pt x="104" y="149"/>
                  </a:cubicBezTo>
                  <a:cubicBezTo>
                    <a:pt x="141" y="137"/>
                    <a:pt x="162" y="96"/>
                    <a:pt x="150" y="58"/>
                  </a:cubicBezTo>
                  <a:cubicBezTo>
                    <a:pt x="137" y="20"/>
                    <a:pt x="96" y="0"/>
                    <a:pt x="59" y="12"/>
                  </a:cubicBezTo>
                  <a:cubicBezTo>
                    <a:pt x="21" y="25"/>
                    <a:pt x="0" y="65"/>
                    <a:pt x="13" y="103"/>
                  </a:cubicBezTo>
                  <a:close/>
                </a:path>
              </a:pathLst>
            </a:custGeom>
            <a:solidFill>
              <a:srgbClr val="FD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59"/>
            <p:cNvSpPr/>
            <p:nvPr/>
          </p:nvSpPr>
          <p:spPr bwMode="auto">
            <a:xfrm>
              <a:off x="1798945" y="3504613"/>
              <a:ext cx="74613" cy="74613"/>
            </a:xfrm>
            <a:custGeom>
              <a:avLst/>
              <a:gdLst>
                <a:gd name="T0" fmla="*/ 7 w 100"/>
                <a:gd name="T1" fmla="*/ 64 h 100"/>
                <a:gd name="T2" fmla="*/ 64 w 100"/>
                <a:gd name="T3" fmla="*/ 92 h 100"/>
                <a:gd name="T4" fmla="*/ 92 w 100"/>
                <a:gd name="T5" fmla="*/ 36 h 100"/>
                <a:gd name="T6" fmla="*/ 36 w 100"/>
                <a:gd name="T7" fmla="*/ 7 h 100"/>
                <a:gd name="T8" fmla="*/ 7 w 100"/>
                <a:gd name="T9" fmla="*/ 6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100">
                  <a:moveTo>
                    <a:pt x="7" y="64"/>
                  </a:moveTo>
                  <a:cubicBezTo>
                    <a:pt x="15" y="87"/>
                    <a:pt x="40" y="100"/>
                    <a:pt x="64" y="92"/>
                  </a:cubicBezTo>
                  <a:cubicBezTo>
                    <a:pt x="87" y="85"/>
                    <a:pt x="100" y="59"/>
                    <a:pt x="92" y="36"/>
                  </a:cubicBezTo>
                  <a:cubicBezTo>
                    <a:pt x="85" y="12"/>
                    <a:pt x="59" y="0"/>
                    <a:pt x="36" y="7"/>
                  </a:cubicBezTo>
                  <a:cubicBezTo>
                    <a:pt x="12" y="15"/>
                    <a:pt x="0" y="40"/>
                    <a:pt x="7" y="64"/>
                  </a:cubicBezTo>
                  <a:close/>
                </a:path>
              </a:pathLst>
            </a:custGeom>
            <a:solidFill>
              <a:srgbClr val="443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60"/>
            <p:cNvSpPr/>
            <p:nvPr/>
          </p:nvSpPr>
          <p:spPr bwMode="auto">
            <a:xfrm>
              <a:off x="1368732" y="3072813"/>
              <a:ext cx="630238" cy="512763"/>
            </a:xfrm>
            <a:custGeom>
              <a:avLst/>
              <a:gdLst>
                <a:gd name="T0" fmla="*/ 119 w 841"/>
                <a:gd name="T1" fmla="*/ 313 h 683"/>
                <a:gd name="T2" fmla="*/ 236 w 841"/>
                <a:gd name="T3" fmla="*/ 223 h 683"/>
                <a:gd name="T4" fmla="*/ 236 w 841"/>
                <a:gd name="T5" fmla="*/ 223 h 683"/>
                <a:gd name="T6" fmla="*/ 416 w 841"/>
                <a:gd name="T7" fmla="*/ 0 h 683"/>
                <a:gd name="T8" fmla="*/ 633 w 841"/>
                <a:gd name="T9" fmla="*/ 166 h 683"/>
                <a:gd name="T10" fmla="*/ 654 w 841"/>
                <a:gd name="T11" fmla="*/ 9 h 683"/>
                <a:gd name="T12" fmla="*/ 839 w 841"/>
                <a:gd name="T13" fmla="*/ 261 h 683"/>
                <a:gd name="T14" fmla="*/ 595 w 841"/>
                <a:gd name="T15" fmla="*/ 474 h 683"/>
                <a:gd name="T16" fmla="*/ 182 w 841"/>
                <a:gd name="T17" fmla="*/ 439 h 683"/>
                <a:gd name="T18" fmla="*/ 182 w 841"/>
                <a:gd name="T19" fmla="*/ 441 h 683"/>
                <a:gd name="T20" fmla="*/ 156 w 841"/>
                <a:gd name="T21" fmla="*/ 683 h 683"/>
                <a:gd name="T22" fmla="*/ 26 w 841"/>
                <a:gd name="T23" fmla="*/ 405 h 683"/>
                <a:gd name="T24" fmla="*/ 119 w 841"/>
                <a:gd name="T25" fmla="*/ 313 h 6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1" h="683">
                  <a:moveTo>
                    <a:pt x="119" y="313"/>
                  </a:moveTo>
                  <a:cubicBezTo>
                    <a:pt x="130" y="281"/>
                    <a:pt x="169" y="245"/>
                    <a:pt x="236" y="223"/>
                  </a:cubicBezTo>
                  <a:cubicBezTo>
                    <a:pt x="236" y="223"/>
                    <a:pt x="236" y="223"/>
                    <a:pt x="236" y="223"/>
                  </a:cubicBezTo>
                  <a:cubicBezTo>
                    <a:pt x="327" y="192"/>
                    <a:pt x="507" y="118"/>
                    <a:pt x="416" y="0"/>
                  </a:cubicBezTo>
                  <a:cubicBezTo>
                    <a:pt x="416" y="0"/>
                    <a:pt x="577" y="13"/>
                    <a:pt x="633" y="166"/>
                  </a:cubicBezTo>
                  <a:cubicBezTo>
                    <a:pt x="675" y="137"/>
                    <a:pt x="694" y="89"/>
                    <a:pt x="654" y="9"/>
                  </a:cubicBezTo>
                  <a:cubicBezTo>
                    <a:pt x="654" y="9"/>
                    <a:pt x="841" y="60"/>
                    <a:pt x="839" y="261"/>
                  </a:cubicBezTo>
                  <a:cubicBezTo>
                    <a:pt x="838" y="383"/>
                    <a:pt x="737" y="460"/>
                    <a:pt x="595" y="474"/>
                  </a:cubicBezTo>
                  <a:cubicBezTo>
                    <a:pt x="488" y="484"/>
                    <a:pt x="276" y="490"/>
                    <a:pt x="182" y="439"/>
                  </a:cubicBezTo>
                  <a:cubicBezTo>
                    <a:pt x="182" y="439"/>
                    <a:pt x="182" y="440"/>
                    <a:pt x="182" y="441"/>
                  </a:cubicBezTo>
                  <a:cubicBezTo>
                    <a:pt x="182" y="511"/>
                    <a:pt x="189" y="683"/>
                    <a:pt x="156" y="683"/>
                  </a:cubicBezTo>
                  <a:cubicBezTo>
                    <a:pt x="123" y="683"/>
                    <a:pt x="69" y="505"/>
                    <a:pt x="26" y="405"/>
                  </a:cubicBezTo>
                  <a:cubicBezTo>
                    <a:pt x="0" y="342"/>
                    <a:pt x="84" y="315"/>
                    <a:pt x="119" y="313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61"/>
            <p:cNvSpPr/>
            <p:nvPr/>
          </p:nvSpPr>
          <p:spPr bwMode="auto">
            <a:xfrm>
              <a:off x="1514782" y="3750675"/>
              <a:ext cx="271463" cy="104775"/>
            </a:xfrm>
            <a:custGeom>
              <a:avLst/>
              <a:gdLst>
                <a:gd name="T0" fmla="*/ 0 w 364"/>
                <a:gd name="T1" fmla="*/ 0 h 141"/>
                <a:gd name="T2" fmla="*/ 33 w 364"/>
                <a:gd name="T3" fmla="*/ 38 h 141"/>
                <a:gd name="T4" fmla="*/ 73 w 364"/>
                <a:gd name="T5" fmla="*/ 69 h 141"/>
                <a:gd name="T6" fmla="*/ 163 w 364"/>
                <a:gd name="T7" fmla="*/ 112 h 141"/>
                <a:gd name="T8" fmla="*/ 212 w 364"/>
                <a:gd name="T9" fmla="*/ 125 h 141"/>
                <a:gd name="T10" fmla="*/ 262 w 364"/>
                <a:gd name="T11" fmla="*/ 132 h 141"/>
                <a:gd name="T12" fmla="*/ 364 w 364"/>
                <a:gd name="T13" fmla="*/ 132 h 141"/>
                <a:gd name="T14" fmla="*/ 262 w 364"/>
                <a:gd name="T15" fmla="*/ 139 h 141"/>
                <a:gd name="T16" fmla="*/ 210 w 364"/>
                <a:gd name="T17" fmla="*/ 134 h 141"/>
                <a:gd name="T18" fmla="*/ 160 w 364"/>
                <a:gd name="T19" fmla="*/ 122 h 141"/>
                <a:gd name="T20" fmla="*/ 112 w 364"/>
                <a:gd name="T21" fmla="*/ 102 h 141"/>
                <a:gd name="T22" fmla="*/ 68 w 364"/>
                <a:gd name="T23" fmla="*/ 75 h 141"/>
                <a:gd name="T24" fmla="*/ 30 w 364"/>
                <a:gd name="T25" fmla="*/ 41 h 141"/>
                <a:gd name="T26" fmla="*/ 0 w 364"/>
                <a:gd name="T27" fmla="*/ 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4" h="141">
                  <a:moveTo>
                    <a:pt x="0" y="0"/>
                  </a:moveTo>
                  <a:cubicBezTo>
                    <a:pt x="9" y="14"/>
                    <a:pt x="21" y="26"/>
                    <a:pt x="33" y="38"/>
                  </a:cubicBezTo>
                  <a:cubicBezTo>
                    <a:pt x="46" y="49"/>
                    <a:pt x="59" y="60"/>
                    <a:pt x="73" y="69"/>
                  </a:cubicBezTo>
                  <a:cubicBezTo>
                    <a:pt x="101" y="88"/>
                    <a:pt x="131" y="102"/>
                    <a:pt x="163" y="112"/>
                  </a:cubicBezTo>
                  <a:cubicBezTo>
                    <a:pt x="179" y="118"/>
                    <a:pt x="195" y="122"/>
                    <a:pt x="212" y="125"/>
                  </a:cubicBezTo>
                  <a:cubicBezTo>
                    <a:pt x="228" y="128"/>
                    <a:pt x="245" y="130"/>
                    <a:pt x="262" y="132"/>
                  </a:cubicBezTo>
                  <a:cubicBezTo>
                    <a:pt x="296" y="134"/>
                    <a:pt x="330" y="134"/>
                    <a:pt x="364" y="132"/>
                  </a:cubicBezTo>
                  <a:cubicBezTo>
                    <a:pt x="330" y="138"/>
                    <a:pt x="296" y="141"/>
                    <a:pt x="262" y="139"/>
                  </a:cubicBezTo>
                  <a:cubicBezTo>
                    <a:pt x="244" y="139"/>
                    <a:pt x="227" y="137"/>
                    <a:pt x="210" y="134"/>
                  </a:cubicBezTo>
                  <a:cubicBezTo>
                    <a:pt x="193" y="131"/>
                    <a:pt x="177" y="127"/>
                    <a:pt x="160" y="122"/>
                  </a:cubicBezTo>
                  <a:cubicBezTo>
                    <a:pt x="144" y="116"/>
                    <a:pt x="128" y="110"/>
                    <a:pt x="112" y="102"/>
                  </a:cubicBezTo>
                  <a:cubicBezTo>
                    <a:pt x="97" y="94"/>
                    <a:pt x="82" y="85"/>
                    <a:pt x="68" y="75"/>
                  </a:cubicBezTo>
                  <a:cubicBezTo>
                    <a:pt x="55" y="65"/>
                    <a:pt x="42" y="53"/>
                    <a:pt x="30" y="41"/>
                  </a:cubicBezTo>
                  <a:cubicBezTo>
                    <a:pt x="18" y="28"/>
                    <a:pt x="8" y="15"/>
                    <a:pt x="0" y="0"/>
                  </a:cubicBezTo>
                  <a:close/>
                </a:path>
              </a:pathLst>
            </a:custGeom>
            <a:solidFill>
              <a:srgbClr val="443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62"/>
            <p:cNvSpPr/>
            <p:nvPr/>
          </p:nvSpPr>
          <p:spPr bwMode="auto">
            <a:xfrm>
              <a:off x="1700520" y="3780838"/>
              <a:ext cx="123825" cy="26988"/>
            </a:xfrm>
            <a:custGeom>
              <a:avLst/>
              <a:gdLst>
                <a:gd name="T0" fmla="*/ 0 w 167"/>
                <a:gd name="T1" fmla="*/ 26 h 37"/>
                <a:gd name="T2" fmla="*/ 43 w 167"/>
                <a:gd name="T3" fmla="*/ 30 h 37"/>
                <a:gd name="T4" fmla="*/ 86 w 167"/>
                <a:gd name="T5" fmla="*/ 29 h 37"/>
                <a:gd name="T6" fmla="*/ 128 w 167"/>
                <a:gd name="T7" fmla="*/ 19 h 37"/>
                <a:gd name="T8" fmla="*/ 167 w 167"/>
                <a:gd name="T9" fmla="*/ 0 h 37"/>
                <a:gd name="T10" fmla="*/ 130 w 167"/>
                <a:gd name="T11" fmla="*/ 24 h 37"/>
                <a:gd name="T12" fmla="*/ 87 w 167"/>
                <a:gd name="T13" fmla="*/ 35 h 37"/>
                <a:gd name="T14" fmla="*/ 43 w 167"/>
                <a:gd name="T15" fmla="*/ 35 h 37"/>
                <a:gd name="T16" fmla="*/ 0 w 167"/>
                <a:gd name="T17" fmla="*/ 2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37">
                  <a:moveTo>
                    <a:pt x="0" y="26"/>
                  </a:moveTo>
                  <a:cubicBezTo>
                    <a:pt x="14" y="28"/>
                    <a:pt x="29" y="30"/>
                    <a:pt x="43" y="30"/>
                  </a:cubicBezTo>
                  <a:cubicBezTo>
                    <a:pt x="57" y="31"/>
                    <a:pt x="72" y="30"/>
                    <a:pt x="86" y="29"/>
                  </a:cubicBezTo>
                  <a:cubicBezTo>
                    <a:pt x="100" y="27"/>
                    <a:pt x="114" y="24"/>
                    <a:pt x="128" y="19"/>
                  </a:cubicBezTo>
                  <a:cubicBezTo>
                    <a:pt x="141" y="14"/>
                    <a:pt x="154" y="8"/>
                    <a:pt x="167" y="0"/>
                  </a:cubicBezTo>
                  <a:cubicBezTo>
                    <a:pt x="156" y="10"/>
                    <a:pt x="143" y="18"/>
                    <a:pt x="130" y="24"/>
                  </a:cubicBezTo>
                  <a:cubicBezTo>
                    <a:pt x="116" y="29"/>
                    <a:pt x="101" y="33"/>
                    <a:pt x="87" y="35"/>
                  </a:cubicBezTo>
                  <a:cubicBezTo>
                    <a:pt x="72" y="37"/>
                    <a:pt x="57" y="37"/>
                    <a:pt x="43" y="35"/>
                  </a:cubicBezTo>
                  <a:cubicBezTo>
                    <a:pt x="28" y="34"/>
                    <a:pt x="13" y="31"/>
                    <a:pt x="0" y="26"/>
                  </a:cubicBezTo>
                  <a:close/>
                </a:path>
              </a:pathLst>
            </a:custGeom>
            <a:solidFill>
              <a:srgbClr val="443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63"/>
            <p:cNvSpPr/>
            <p:nvPr/>
          </p:nvSpPr>
          <p:spPr bwMode="auto">
            <a:xfrm>
              <a:off x="1563995" y="3496675"/>
              <a:ext cx="112713" cy="90488"/>
            </a:xfrm>
            <a:custGeom>
              <a:avLst/>
              <a:gdLst>
                <a:gd name="T0" fmla="*/ 141 w 151"/>
                <a:gd name="T1" fmla="*/ 50 h 121"/>
                <a:gd name="T2" fmla="*/ 39 w 151"/>
                <a:gd name="T3" fmla="*/ 5 h 121"/>
                <a:gd name="T4" fmla="*/ 28 w 151"/>
                <a:gd name="T5" fmla="*/ 25 h 121"/>
                <a:gd name="T6" fmla="*/ 105 w 151"/>
                <a:gd name="T7" fmla="*/ 59 h 121"/>
                <a:gd name="T8" fmla="*/ 13 w 151"/>
                <a:gd name="T9" fmla="*/ 94 h 121"/>
                <a:gd name="T10" fmla="*/ 19 w 151"/>
                <a:gd name="T11" fmla="*/ 115 h 121"/>
                <a:gd name="T12" fmla="*/ 138 w 151"/>
                <a:gd name="T13" fmla="*/ 70 h 121"/>
                <a:gd name="T14" fmla="*/ 141 w 151"/>
                <a:gd name="T15" fmla="*/ 5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1" h="121">
                  <a:moveTo>
                    <a:pt x="141" y="50"/>
                  </a:moveTo>
                  <a:cubicBezTo>
                    <a:pt x="107" y="35"/>
                    <a:pt x="73" y="20"/>
                    <a:pt x="39" y="5"/>
                  </a:cubicBezTo>
                  <a:cubicBezTo>
                    <a:pt x="26" y="0"/>
                    <a:pt x="15" y="19"/>
                    <a:pt x="28" y="25"/>
                  </a:cubicBezTo>
                  <a:cubicBezTo>
                    <a:pt x="54" y="36"/>
                    <a:pt x="80" y="47"/>
                    <a:pt x="105" y="59"/>
                  </a:cubicBezTo>
                  <a:cubicBezTo>
                    <a:pt x="75" y="70"/>
                    <a:pt x="44" y="82"/>
                    <a:pt x="13" y="94"/>
                  </a:cubicBezTo>
                  <a:cubicBezTo>
                    <a:pt x="0" y="99"/>
                    <a:pt x="5" y="121"/>
                    <a:pt x="19" y="115"/>
                  </a:cubicBezTo>
                  <a:cubicBezTo>
                    <a:pt x="59" y="100"/>
                    <a:pt x="98" y="85"/>
                    <a:pt x="138" y="70"/>
                  </a:cubicBezTo>
                  <a:cubicBezTo>
                    <a:pt x="146" y="67"/>
                    <a:pt x="151" y="54"/>
                    <a:pt x="141" y="50"/>
                  </a:cubicBezTo>
                  <a:close/>
                </a:path>
              </a:pathLst>
            </a:custGeom>
            <a:solidFill>
              <a:srgbClr val="443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64"/>
            <p:cNvSpPr/>
            <p:nvPr/>
          </p:nvSpPr>
          <p:spPr bwMode="auto">
            <a:xfrm>
              <a:off x="1940232" y="3503025"/>
              <a:ext cx="569913" cy="125413"/>
            </a:xfrm>
            <a:custGeom>
              <a:avLst/>
              <a:gdLst>
                <a:gd name="T0" fmla="*/ 18 w 359"/>
                <a:gd name="T1" fmla="*/ 18 h 79"/>
                <a:gd name="T2" fmla="*/ 18 w 359"/>
                <a:gd name="T3" fmla="*/ 24 h 79"/>
                <a:gd name="T4" fmla="*/ 188 w 359"/>
                <a:gd name="T5" fmla="*/ 24 h 79"/>
                <a:gd name="T6" fmla="*/ 188 w 359"/>
                <a:gd name="T7" fmla="*/ 16 h 79"/>
                <a:gd name="T8" fmla="*/ 302 w 359"/>
                <a:gd name="T9" fmla="*/ 16 h 79"/>
                <a:gd name="T10" fmla="*/ 302 w 359"/>
                <a:gd name="T11" fmla="*/ 0 h 79"/>
                <a:gd name="T12" fmla="*/ 359 w 359"/>
                <a:gd name="T13" fmla="*/ 0 h 79"/>
                <a:gd name="T14" fmla="*/ 359 w 359"/>
                <a:gd name="T15" fmla="*/ 79 h 79"/>
                <a:gd name="T16" fmla="*/ 302 w 359"/>
                <a:gd name="T17" fmla="*/ 79 h 79"/>
                <a:gd name="T18" fmla="*/ 302 w 359"/>
                <a:gd name="T19" fmla="*/ 66 h 79"/>
                <a:gd name="T20" fmla="*/ 188 w 359"/>
                <a:gd name="T21" fmla="*/ 66 h 79"/>
                <a:gd name="T22" fmla="*/ 188 w 359"/>
                <a:gd name="T23" fmla="*/ 57 h 79"/>
                <a:gd name="T24" fmla="*/ 18 w 359"/>
                <a:gd name="T25" fmla="*/ 57 h 79"/>
                <a:gd name="T26" fmla="*/ 18 w 359"/>
                <a:gd name="T27" fmla="*/ 63 h 79"/>
                <a:gd name="T28" fmla="*/ 0 w 359"/>
                <a:gd name="T29" fmla="*/ 63 h 79"/>
                <a:gd name="T30" fmla="*/ 0 w 359"/>
                <a:gd name="T31" fmla="*/ 18 h 79"/>
                <a:gd name="T32" fmla="*/ 18 w 359"/>
                <a:gd name="T33" fmla="*/ 18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59" h="79">
                  <a:moveTo>
                    <a:pt x="18" y="18"/>
                  </a:moveTo>
                  <a:lnTo>
                    <a:pt x="18" y="24"/>
                  </a:lnTo>
                  <a:lnTo>
                    <a:pt x="188" y="24"/>
                  </a:lnTo>
                  <a:lnTo>
                    <a:pt x="188" y="16"/>
                  </a:lnTo>
                  <a:lnTo>
                    <a:pt x="302" y="16"/>
                  </a:lnTo>
                  <a:lnTo>
                    <a:pt x="302" y="0"/>
                  </a:lnTo>
                  <a:lnTo>
                    <a:pt x="359" y="0"/>
                  </a:lnTo>
                  <a:lnTo>
                    <a:pt x="359" y="79"/>
                  </a:lnTo>
                  <a:lnTo>
                    <a:pt x="302" y="79"/>
                  </a:lnTo>
                  <a:lnTo>
                    <a:pt x="302" y="66"/>
                  </a:lnTo>
                  <a:lnTo>
                    <a:pt x="188" y="66"/>
                  </a:lnTo>
                  <a:lnTo>
                    <a:pt x="188" y="57"/>
                  </a:lnTo>
                  <a:lnTo>
                    <a:pt x="18" y="57"/>
                  </a:lnTo>
                  <a:lnTo>
                    <a:pt x="18" y="63"/>
                  </a:lnTo>
                  <a:lnTo>
                    <a:pt x="0" y="63"/>
                  </a:lnTo>
                  <a:lnTo>
                    <a:pt x="0" y="18"/>
                  </a:lnTo>
                  <a:lnTo>
                    <a:pt x="18" y="18"/>
                  </a:lnTo>
                  <a:close/>
                </a:path>
              </a:pathLst>
            </a:custGeom>
            <a:solidFill>
              <a:srgbClr val="FD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65"/>
            <p:cNvSpPr/>
            <p:nvPr/>
          </p:nvSpPr>
          <p:spPr bwMode="auto">
            <a:xfrm>
              <a:off x="1471920" y="3612563"/>
              <a:ext cx="192088" cy="123825"/>
            </a:xfrm>
            <a:custGeom>
              <a:avLst/>
              <a:gdLst>
                <a:gd name="T0" fmla="*/ 256 w 256"/>
                <a:gd name="T1" fmla="*/ 134 h 164"/>
                <a:gd name="T2" fmla="*/ 92 w 256"/>
                <a:gd name="T3" fmla="*/ 0 h 164"/>
                <a:gd name="T4" fmla="*/ 256 w 256"/>
                <a:gd name="T5" fmla="*/ 13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6" h="164">
                  <a:moveTo>
                    <a:pt x="256" y="134"/>
                  </a:moveTo>
                  <a:cubicBezTo>
                    <a:pt x="92" y="0"/>
                    <a:pt x="92" y="0"/>
                    <a:pt x="92" y="0"/>
                  </a:cubicBezTo>
                  <a:cubicBezTo>
                    <a:pt x="92" y="0"/>
                    <a:pt x="0" y="164"/>
                    <a:pt x="256" y="134"/>
                  </a:cubicBezTo>
                  <a:close/>
                </a:path>
              </a:pathLst>
            </a:custGeom>
            <a:solidFill>
              <a:srgbClr val="CE09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Oval 66"/>
            <p:cNvSpPr>
              <a:spLocks noChangeArrowheads="1"/>
            </p:cNvSpPr>
            <p:nvPr/>
          </p:nvSpPr>
          <p:spPr bwMode="auto">
            <a:xfrm>
              <a:off x="2416482" y="5047663"/>
              <a:ext cx="439738" cy="69850"/>
            </a:xfrm>
            <a:prstGeom prst="ellipse">
              <a:avLst/>
            </a:prstGeom>
            <a:solidFill>
              <a:srgbClr val="CCCE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67"/>
            <p:cNvSpPr/>
            <p:nvPr/>
          </p:nvSpPr>
          <p:spPr bwMode="auto">
            <a:xfrm>
              <a:off x="2468870" y="4927013"/>
              <a:ext cx="277813" cy="160338"/>
            </a:xfrm>
            <a:custGeom>
              <a:avLst/>
              <a:gdLst>
                <a:gd name="T0" fmla="*/ 0 w 370"/>
                <a:gd name="T1" fmla="*/ 0 h 214"/>
                <a:gd name="T2" fmla="*/ 307 w 370"/>
                <a:gd name="T3" fmla="*/ 44 h 214"/>
                <a:gd name="T4" fmla="*/ 315 w 370"/>
                <a:gd name="T5" fmla="*/ 44 h 214"/>
                <a:gd name="T6" fmla="*/ 315 w 370"/>
                <a:gd name="T7" fmla="*/ 45 h 214"/>
                <a:gd name="T8" fmla="*/ 327 w 370"/>
                <a:gd name="T9" fmla="*/ 47 h 214"/>
                <a:gd name="T10" fmla="*/ 315 w 370"/>
                <a:gd name="T11" fmla="*/ 53 h 214"/>
                <a:gd name="T12" fmla="*/ 298 w 370"/>
                <a:gd name="T13" fmla="*/ 175 h 214"/>
                <a:gd name="T14" fmla="*/ 369 w 370"/>
                <a:gd name="T15" fmla="*/ 201 h 214"/>
                <a:gd name="T16" fmla="*/ 268 w 370"/>
                <a:gd name="T17" fmla="*/ 202 h 214"/>
                <a:gd name="T18" fmla="*/ 257 w 370"/>
                <a:gd name="T19" fmla="*/ 76 h 214"/>
                <a:gd name="T20" fmla="*/ 89 w 370"/>
                <a:gd name="T21" fmla="*/ 67 h 214"/>
                <a:gd name="T22" fmla="*/ 64 w 370"/>
                <a:gd name="T23" fmla="*/ 177 h 214"/>
                <a:gd name="T24" fmla="*/ 131 w 370"/>
                <a:gd name="T25" fmla="*/ 201 h 214"/>
                <a:gd name="T26" fmla="*/ 43 w 370"/>
                <a:gd name="T27" fmla="*/ 203 h 214"/>
                <a:gd name="T28" fmla="*/ 32 w 370"/>
                <a:gd name="T29" fmla="*/ 202 h 214"/>
                <a:gd name="T30" fmla="*/ 32 w 370"/>
                <a:gd name="T31" fmla="*/ 32 h 214"/>
                <a:gd name="T32" fmla="*/ 0 w 370"/>
                <a:gd name="T33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0" h="214">
                  <a:moveTo>
                    <a:pt x="0" y="0"/>
                  </a:moveTo>
                  <a:cubicBezTo>
                    <a:pt x="307" y="44"/>
                    <a:pt x="307" y="44"/>
                    <a:pt x="307" y="44"/>
                  </a:cubicBezTo>
                  <a:cubicBezTo>
                    <a:pt x="315" y="44"/>
                    <a:pt x="315" y="44"/>
                    <a:pt x="315" y="44"/>
                  </a:cubicBezTo>
                  <a:cubicBezTo>
                    <a:pt x="315" y="45"/>
                    <a:pt x="315" y="45"/>
                    <a:pt x="315" y="45"/>
                  </a:cubicBezTo>
                  <a:cubicBezTo>
                    <a:pt x="327" y="47"/>
                    <a:pt x="327" y="47"/>
                    <a:pt x="327" y="47"/>
                  </a:cubicBezTo>
                  <a:cubicBezTo>
                    <a:pt x="323" y="49"/>
                    <a:pt x="319" y="51"/>
                    <a:pt x="315" y="53"/>
                  </a:cubicBezTo>
                  <a:cubicBezTo>
                    <a:pt x="298" y="175"/>
                    <a:pt x="298" y="175"/>
                    <a:pt x="298" y="175"/>
                  </a:cubicBezTo>
                  <a:cubicBezTo>
                    <a:pt x="330" y="179"/>
                    <a:pt x="370" y="189"/>
                    <a:pt x="369" y="201"/>
                  </a:cubicBezTo>
                  <a:cubicBezTo>
                    <a:pt x="369" y="214"/>
                    <a:pt x="304" y="203"/>
                    <a:pt x="268" y="202"/>
                  </a:cubicBezTo>
                  <a:cubicBezTo>
                    <a:pt x="257" y="76"/>
                    <a:pt x="257" y="76"/>
                    <a:pt x="257" y="76"/>
                  </a:cubicBezTo>
                  <a:cubicBezTo>
                    <a:pt x="188" y="97"/>
                    <a:pt x="131" y="86"/>
                    <a:pt x="89" y="67"/>
                  </a:cubicBezTo>
                  <a:cubicBezTo>
                    <a:pt x="64" y="177"/>
                    <a:pt x="64" y="177"/>
                    <a:pt x="64" y="177"/>
                  </a:cubicBezTo>
                  <a:cubicBezTo>
                    <a:pt x="98" y="181"/>
                    <a:pt x="132" y="188"/>
                    <a:pt x="131" y="201"/>
                  </a:cubicBezTo>
                  <a:cubicBezTo>
                    <a:pt x="131" y="214"/>
                    <a:pt x="80" y="204"/>
                    <a:pt x="43" y="203"/>
                  </a:cubicBezTo>
                  <a:cubicBezTo>
                    <a:pt x="32" y="202"/>
                    <a:pt x="32" y="202"/>
                    <a:pt x="32" y="202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11" y="1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564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68"/>
            <p:cNvSpPr/>
            <p:nvPr/>
          </p:nvSpPr>
          <p:spPr bwMode="auto">
            <a:xfrm>
              <a:off x="3056245" y="4565063"/>
              <a:ext cx="98425" cy="122238"/>
            </a:xfrm>
            <a:custGeom>
              <a:avLst/>
              <a:gdLst>
                <a:gd name="T0" fmla="*/ 0 w 131"/>
                <a:gd name="T1" fmla="*/ 137 h 163"/>
                <a:gd name="T2" fmla="*/ 46 w 131"/>
                <a:gd name="T3" fmla="*/ 82 h 163"/>
                <a:gd name="T4" fmla="*/ 74 w 131"/>
                <a:gd name="T5" fmla="*/ 55 h 163"/>
                <a:gd name="T6" fmla="*/ 89 w 131"/>
                <a:gd name="T7" fmla="*/ 60 h 163"/>
                <a:gd name="T8" fmla="*/ 95 w 131"/>
                <a:gd name="T9" fmla="*/ 68 h 163"/>
                <a:gd name="T10" fmla="*/ 94 w 131"/>
                <a:gd name="T11" fmla="*/ 84 h 163"/>
                <a:gd name="T12" fmla="*/ 32 w 131"/>
                <a:gd name="T13" fmla="*/ 163 h 163"/>
                <a:gd name="T14" fmla="*/ 0 w 131"/>
                <a:gd name="T15" fmla="*/ 137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1" h="163">
                  <a:moveTo>
                    <a:pt x="0" y="137"/>
                  </a:moveTo>
                  <a:cubicBezTo>
                    <a:pt x="0" y="137"/>
                    <a:pt x="65" y="16"/>
                    <a:pt x="46" y="82"/>
                  </a:cubicBezTo>
                  <a:cubicBezTo>
                    <a:pt x="46" y="82"/>
                    <a:pt x="87" y="0"/>
                    <a:pt x="74" y="55"/>
                  </a:cubicBezTo>
                  <a:cubicBezTo>
                    <a:pt x="74" y="55"/>
                    <a:pt x="101" y="17"/>
                    <a:pt x="89" y="60"/>
                  </a:cubicBezTo>
                  <a:cubicBezTo>
                    <a:pt x="89" y="60"/>
                    <a:pt x="119" y="31"/>
                    <a:pt x="95" y="68"/>
                  </a:cubicBezTo>
                  <a:cubicBezTo>
                    <a:pt x="95" y="68"/>
                    <a:pt x="131" y="38"/>
                    <a:pt x="94" y="84"/>
                  </a:cubicBezTo>
                  <a:cubicBezTo>
                    <a:pt x="94" y="84"/>
                    <a:pt x="59" y="133"/>
                    <a:pt x="32" y="163"/>
                  </a:cubicBezTo>
                  <a:lnTo>
                    <a:pt x="0" y="137"/>
                  </a:lnTo>
                  <a:close/>
                </a:path>
              </a:pathLst>
            </a:custGeom>
            <a:solidFill>
              <a:srgbClr val="F9DA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69"/>
            <p:cNvSpPr/>
            <p:nvPr/>
          </p:nvSpPr>
          <p:spPr bwMode="auto">
            <a:xfrm>
              <a:off x="2691120" y="4652375"/>
              <a:ext cx="414338" cy="257175"/>
            </a:xfrm>
            <a:custGeom>
              <a:avLst/>
              <a:gdLst>
                <a:gd name="T0" fmla="*/ 233 w 554"/>
                <a:gd name="T1" fmla="*/ 344 h 344"/>
                <a:gd name="T2" fmla="*/ 198 w 554"/>
                <a:gd name="T3" fmla="*/ 340 h 344"/>
                <a:gd name="T4" fmla="*/ 0 w 554"/>
                <a:gd name="T5" fmla="*/ 132 h 344"/>
                <a:gd name="T6" fmla="*/ 62 w 554"/>
                <a:gd name="T7" fmla="*/ 112 h 344"/>
                <a:gd name="T8" fmla="*/ 210 w 554"/>
                <a:gd name="T9" fmla="*/ 277 h 344"/>
                <a:gd name="T10" fmla="*/ 489 w 554"/>
                <a:gd name="T11" fmla="*/ 0 h 344"/>
                <a:gd name="T12" fmla="*/ 554 w 554"/>
                <a:gd name="T13" fmla="*/ 36 h 344"/>
                <a:gd name="T14" fmla="*/ 233 w 554"/>
                <a:gd name="T15" fmla="*/ 34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4" h="344">
                  <a:moveTo>
                    <a:pt x="233" y="344"/>
                  </a:moveTo>
                  <a:cubicBezTo>
                    <a:pt x="221" y="344"/>
                    <a:pt x="209" y="343"/>
                    <a:pt x="198" y="340"/>
                  </a:cubicBezTo>
                  <a:cubicBezTo>
                    <a:pt x="59" y="314"/>
                    <a:pt x="3" y="139"/>
                    <a:pt x="0" y="132"/>
                  </a:cubicBezTo>
                  <a:cubicBezTo>
                    <a:pt x="62" y="112"/>
                    <a:pt x="62" y="112"/>
                    <a:pt x="62" y="112"/>
                  </a:cubicBezTo>
                  <a:cubicBezTo>
                    <a:pt x="62" y="114"/>
                    <a:pt x="109" y="258"/>
                    <a:pt x="210" y="277"/>
                  </a:cubicBezTo>
                  <a:cubicBezTo>
                    <a:pt x="287" y="292"/>
                    <a:pt x="391" y="163"/>
                    <a:pt x="489" y="0"/>
                  </a:cubicBezTo>
                  <a:cubicBezTo>
                    <a:pt x="554" y="36"/>
                    <a:pt x="554" y="36"/>
                    <a:pt x="554" y="36"/>
                  </a:cubicBezTo>
                  <a:cubicBezTo>
                    <a:pt x="454" y="186"/>
                    <a:pt x="386" y="333"/>
                    <a:pt x="233" y="344"/>
                  </a:cubicBezTo>
                  <a:close/>
                </a:path>
              </a:pathLst>
            </a:custGeom>
            <a:solidFill>
              <a:srgbClr val="564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70"/>
            <p:cNvSpPr/>
            <p:nvPr/>
          </p:nvSpPr>
          <p:spPr bwMode="auto">
            <a:xfrm>
              <a:off x="2451407" y="4687300"/>
              <a:ext cx="293688" cy="284163"/>
            </a:xfrm>
            <a:custGeom>
              <a:avLst/>
              <a:gdLst>
                <a:gd name="T0" fmla="*/ 185 w 185"/>
                <a:gd name="T1" fmla="*/ 32 h 179"/>
                <a:gd name="T2" fmla="*/ 174 w 185"/>
                <a:gd name="T3" fmla="*/ 175 h 179"/>
                <a:gd name="T4" fmla="*/ 8 w 185"/>
                <a:gd name="T5" fmla="*/ 179 h 179"/>
                <a:gd name="T6" fmla="*/ 0 w 185"/>
                <a:gd name="T7" fmla="*/ 0 h 179"/>
                <a:gd name="T8" fmla="*/ 185 w 185"/>
                <a:gd name="T9" fmla="*/ 32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5" h="179">
                  <a:moveTo>
                    <a:pt x="185" y="32"/>
                  </a:moveTo>
                  <a:lnTo>
                    <a:pt x="174" y="175"/>
                  </a:lnTo>
                  <a:lnTo>
                    <a:pt x="8" y="179"/>
                  </a:lnTo>
                  <a:lnTo>
                    <a:pt x="0" y="0"/>
                  </a:lnTo>
                  <a:lnTo>
                    <a:pt x="185" y="32"/>
                  </a:lnTo>
                  <a:close/>
                </a:path>
              </a:pathLst>
            </a:custGeom>
            <a:solidFill>
              <a:srgbClr val="564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71"/>
            <p:cNvSpPr/>
            <p:nvPr/>
          </p:nvSpPr>
          <p:spPr bwMode="auto">
            <a:xfrm>
              <a:off x="2492682" y="4719050"/>
              <a:ext cx="225425" cy="214313"/>
            </a:xfrm>
            <a:custGeom>
              <a:avLst/>
              <a:gdLst>
                <a:gd name="T0" fmla="*/ 142 w 142"/>
                <a:gd name="T1" fmla="*/ 0 h 135"/>
                <a:gd name="T2" fmla="*/ 0 w 142"/>
                <a:gd name="T3" fmla="*/ 2 h 135"/>
                <a:gd name="T4" fmla="*/ 17 w 142"/>
                <a:gd name="T5" fmla="*/ 90 h 135"/>
                <a:gd name="T6" fmla="*/ 86 w 142"/>
                <a:gd name="T7" fmla="*/ 135 h 135"/>
                <a:gd name="T8" fmla="*/ 129 w 142"/>
                <a:gd name="T9" fmla="*/ 84 h 135"/>
                <a:gd name="T10" fmla="*/ 142 w 142"/>
                <a:gd name="T11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2" h="135">
                  <a:moveTo>
                    <a:pt x="142" y="0"/>
                  </a:moveTo>
                  <a:lnTo>
                    <a:pt x="0" y="2"/>
                  </a:lnTo>
                  <a:lnTo>
                    <a:pt x="17" y="90"/>
                  </a:lnTo>
                  <a:lnTo>
                    <a:pt x="86" y="135"/>
                  </a:lnTo>
                  <a:lnTo>
                    <a:pt x="129" y="84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rgbClr val="FD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72"/>
            <p:cNvSpPr/>
            <p:nvPr/>
          </p:nvSpPr>
          <p:spPr bwMode="auto">
            <a:xfrm>
              <a:off x="2599045" y="4771438"/>
              <a:ext cx="39688" cy="173038"/>
            </a:xfrm>
            <a:custGeom>
              <a:avLst/>
              <a:gdLst>
                <a:gd name="T0" fmla="*/ 25 w 25"/>
                <a:gd name="T1" fmla="*/ 9 h 109"/>
                <a:gd name="T2" fmla="*/ 13 w 25"/>
                <a:gd name="T3" fmla="*/ 0 h 109"/>
                <a:gd name="T4" fmla="*/ 1 w 25"/>
                <a:gd name="T5" fmla="*/ 9 h 109"/>
                <a:gd name="T6" fmla="*/ 9 w 25"/>
                <a:gd name="T7" fmla="*/ 22 h 109"/>
                <a:gd name="T8" fmla="*/ 0 w 25"/>
                <a:gd name="T9" fmla="*/ 90 h 109"/>
                <a:gd name="T10" fmla="*/ 12 w 25"/>
                <a:gd name="T11" fmla="*/ 109 h 109"/>
                <a:gd name="T12" fmla="*/ 25 w 25"/>
                <a:gd name="T13" fmla="*/ 88 h 109"/>
                <a:gd name="T14" fmla="*/ 17 w 25"/>
                <a:gd name="T15" fmla="*/ 22 h 109"/>
                <a:gd name="T16" fmla="*/ 25 w 25"/>
                <a:gd name="T17" fmla="*/ 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109">
                  <a:moveTo>
                    <a:pt x="25" y="9"/>
                  </a:moveTo>
                  <a:lnTo>
                    <a:pt x="13" y="0"/>
                  </a:lnTo>
                  <a:lnTo>
                    <a:pt x="1" y="9"/>
                  </a:lnTo>
                  <a:lnTo>
                    <a:pt x="9" y="22"/>
                  </a:lnTo>
                  <a:lnTo>
                    <a:pt x="0" y="90"/>
                  </a:lnTo>
                  <a:lnTo>
                    <a:pt x="12" y="109"/>
                  </a:lnTo>
                  <a:lnTo>
                    <a:pt x="25" y="88"/>
                  </a:lnTo>
                  <a:lnTo>
                    <a:pt x="17" y="22"/>
                  </a:lnTo>
                  <a:lnTo>
                    <a:pt x="25" y="9"/>
                  </a:lnTo>
                  <a:close/>
                </a:path>
              </a:pathLst>
            </a:custGeom>
            <a:solidFill>
              <a:srgbClr val="CE09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73"/>
            <p:cNvSpPr/>
            <p:nvPr/>
          </p:nvSpPr>
          <p:spPr bwMode="auto">
            <a:xfrm>
              <a:off x="2627620" y="4761913"/>
              <a:ext cx="65088" cy="52388"/>
            </a:xfrm>
            <a:custGeom>
              <a:avLst/>
              <a:gdLst>
                <a:gd name="T0" fmla="*/ 0 w 41"/>
                <a:gd name="T1" fmla="*/ 10 h 33"/>
                <a:gd name="T2" fmla="*/ 14 w 41"/>
                <a:gd name="T3" fmla="*/ 33 h 33"/>
                <a:gd name="T4" fmla="*/ 41 w 41"/>
                <a:gd name="T5" fmla="*/ 0 h 33"/>
                <a:gd name="T6" fmla="*/ 0 w 41"/>
                <a:gd name="T7" fmla="*/ 1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" h="33">
                  <a:moveTo>
                    <a:pt x="0" y="10"/>
                  </a:moveTo>
                  <a:lnTo>
                    <a:pt x="14" y="33"/>
                  </a:lnTo>
                  <a:lnTo>
                    <a:pt x="41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D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74"/>
            <p:cNvSpPr>
              <a:spLocks noEditPoints="1"/>
            </p:cNvSpPr>
            <p:nvPr/>
          </p:nvSpPr>
          <p:spPr bwMode="auto">
            <a:xfrm>
              <a:off x="2627620" y="4760325"/>
              <a:ext cx="69850" cy="57150"/>
            </a:xfrm>
            <a:custGeom>
              <a:avLst/>
              <a:gdLst>
                <a:gd name="T0" fmla="*/ 22 w 93"/>
                <a:gd name="T1" fmla="*/ 17 h 76"/>
                <a:gd name="T2" fmla="*/ 44 w 93"/>
                <a:gd name="T3" fmla="*/ 12 h 76"/>
                <a:gd name="T4" fmla="*/ 87 w 93"/>
                <a:gd name="T5" fmla="*/ 1 h 76"/>
                <a:gd name="T6" fmla="*/ 93 w 93"/>
                <a:gd name="T7" fmla="*/ 0 h 76"/>
                <a:gd name="T8" fmla="*/ 89 w 93"/>
                <a:gd name="T9" fmla="*/ 5 h 76"/>
                <a:gd name="T10" fmla="*/ 74 w 93"/>
                <a:gd name="T11" fmla="*/ 22 h 76"/>
                <a:gd name="T12" fmla="*/ 60 w 93"/>
                <a:gd name="T13" fmla="*/ 39 h 76"/>
                <a:gd name="T14" fmla="*/ 45 w 93"/>
                <a:gd name="T15" fmla="*/ 57 h 76"/>
                <a:gd name="T16" fmla="*/ 30 w 93"/>
                <a:gd name="T17" fmla="*/ 74 h 76"/>
                <a:gd name="T18" fmla="*/ 28 w 93"/>
                <a:gd name="T19" fmla="*/ 76 h 76"/>
                <a:gd name="T20" fmla="*/ 27 w 93"/>
                <a:gd name="T21" fmla="*/ 74 h 76"/>
                <a:gd name="T22" fmla="*/ 14 w 93"/>
                <a:gd name="T23" fmla="*/ 48 h 76"/>
                <a:gd name="T24" fmla="*/ 0 w 93"/>
                <a:gd name="T25" fmla="*/ 23 h 76"/>
                <a:gd name="T26" fmla="*/ 22 w 93"/>
                <a:gd name="T27" fmla="*/ 17 h 76"/>
                <a:gd name="T28" fmla="*/ 15 w 93"/>
                <a:gd name="T29" fmla="*/ 47 h 76"/>
                <a:gd name="T30" fmla="*/ 30 w 93"/>
                <a:gd name="T31" fmla="*/ 72 h 76"/>
                <a:gd name="T32" fmla="*/ 27 w 93"/>
                <a:gd name="T33" fmla="*/ 72 h 76"/>
                <a:gd name="T34" fmla="*/ 42 w 93"/>
                <a:gd name="T35" fmla="*/ 54 h 76"/>
                <a:gd name="T36" fmla="*/ 56 w 93"/>
                <a:gd name="T37" fmla="*/ 37 h 76"/>
                <a:gd name="T38" fmla="*/ 71 w 93"/>
                <a:gd name="T39" fmla="*/ 19 h 76"/>
                <a:gd name="T40" fmla="*/ 86 w 93"/>
                <a:gd name="T41" fmla="*/ 2 h 76"/>
                <a:gd name="T42" fmla="*/ 88 w 93"/>
                <a:gd name="T43" fmla="*/ 5 h 76"/>
                <a:gd name="T44" fmla="*/ 44 w 93"/>
                <a:gd name="T45" fmla="*/ 14 h 76"/>
                <a:gd name="T46" fmla="*/ 22 w 93"/>
                <a:gd name="T47" fmla="*/ 19 h 76"/>
                <a:gd name="T48" fmla="*/ 0 w 93"/>
                <a:gd name="T49" fmla="*/ 23 h 76"/>
                <a:gd name="T50" fmla="*/ 15 w 93"/>
                <a:gd name="T51" fmla="*/ 47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3" h="76">
                  <a:moveTo>
                    <a:pt x="22" y="17"/>
                  </a:moveTo>
                  <a:cubicBezTo>
                    <a:pt x="29" y="15"/>
                    <a:pt x="36" y="14"/>
                    <a:pt x="44" y="12"/>
                  </a:cubicBezTo>
                  <a:cubicBezTo>
                    <a:pt x="58" y="8"/>
                    <a:pt x="73" y="5"/>
                    <a:pt x="87" y="1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89" y="5"/>
                    <a:pt x="89" y="5"/>
                    <a:pt x="89" y="5"/>
                  </a:cubicBezTo>
                  <a:cubicBezTo>
                    <a:pt x="74" y="22"/>
                    <a:pt x="74" y="22"/>
                    <a:pt x="74" y="22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5" y="45"/>
                    <a:pt x="50" y="51"/>
                    <a:pt x="45" y="57"/>
                  </a:cubicBezTo>
                  <a:cubicBezTo>
                    <a:pt x="40" y="62"/>
                    <a:pt x="35" y="68"/>
                    <a:pt x="30" y="74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4"/>
                    <a:pt x="27" y="74"/>
                    <a:pt x="27" y="74"/>
                  </a:cubicBezTo>
                  <a:cubicBezTo>
                    <a:pt x="23" y="65"/>
                    <a:pt x="18" y="57"/>
                    <a:pt x="14" y="48"/>
                  </a:cubicBezTo>
                  <a:cubicBezTo>
                    <a:pt x="9" y="40"/>
                    <a:pt x="5" y="32"/>
                    <a:pt x="0" y="23"/>
                  </a:cubicBezTo>
                  <a:cubicBezTo>
                    <a:pt x="8" y="21"/>
                    <a:pt x="15" y="19"/>
                    <a:pt x="22" y="17"/>
                  </a:cubicBezTo>
                  <a:close/>
                  <a:moveTo>
                    <a:pt x="15" y="47"/>
                  </a:moveTo>
                  <a:cubicBezTo>
                    <a:pt x="20" y="56"/>
                    <a:pt x="25" y="64"/>
                    <a:pt x="30" y="72"/>
                  </a:cubicBezTo>
                  <a:cubicBezTo>
                    <a:pt x="27" y="72"/>
                    <a:pt x="27" y="72"/>
                    <a:pt x="27" y="72"/>
                  </a:cubicBezTo>
                  <a:cubicBezTo>
                    <a:pt x="32" y="66"/>
                    <a:pt x="37" y="60"/>
                    <a:pt x="42" y="54"/>
                  </a:cubicBezTo>
                  <a:cubicBezTo>
                    <a:pt x="47" y="48"/>
                    <a:pt x="52" y="42"/>
                    <a:pt x="56" y="37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86" y="2"/>
                    <a:pt x="86" y="2"/>
                    <a:pt x="86" y="2"/>
                  </a:cubicBezTo>
                  <a:cubicBezTo>
                    <a:pt x="88" y="5"/>
                    <a:pt x="88" y="5"/>
                    <a:pt x="88" y="5"/>
                  </a:cubicBezTo>
                  <a:cubicBezTo>
                    <a:pt x="73" y="8"/>
                    <a:pt x="59" y="11"/>
                    <a:pt x="44" y="14"/>
                  </a:cubicBezTo>
                  <a:cubicBezTo>
                    <a:pt x="37" y="16"/>
                    <a:pt x="30" y="17"/>
                    <a:pt x="22" y="19"/>
                  </a:cubicBezTo>
                  <a:cubicBezTo>
                    <a:pt x="15" y="20"/>
                    <a:pt x="8" y="22"/>
                    <a:pt x="0" y="23"/>
                  </a:cubicBezTo>
                  <a:cubicBezTo>
                    <a:pt x="5" y="31"/>
                    <a:pt x="10" y="39"/>
                    <a:pt x="15" y="47"/>
                  </a:cubicBezTo>
                  <a:close/>
                </a:path>
              </a:pathLst>
            </a:custGeom>
            <a:solidFill>
              <a:srgbClr val="443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75"/>
            <p:cNvSpPr/>
            <p:nvPr/>
          </p:nvSpPr>
          <p:spPr bwMode="auto">
            <a:xfrm>
              <a:off x="2541895" y="4768263"/>
              <a:ext cx="65088" cy="50800"/>
            </a:xfrm>
            <a:custGeom>
              <a:avLst/>
              <a:gdLst>
                <a:gd name="T0" fmla="*/ 41 w 41"/>
                <a:gd name="T1" fmla="*/ 7 h 32"/>
                <a:gd name="T2" fmla="*/ 30 w 41"/>
                <a:gd name="T3" fmla="*/ 32 h 32"/>
                <a:gd name="T4" fmla="*/ 0 w 41"/>
                <a:gd name="T5" fmla="*/ 0 h 32"/>
                <a:gd name="T6" fmla="*/ 41 w 41"/>
                <a:gd name="T7" fmla="*/ 7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" h="32">
                  <a:moveTo>
                    <a:pt x="41" y="7"/>
                  </a:moveTo>
                  <a:lnTo>
                    <a:pt x="30" y="32"/>
                  </a:lnTo>
                  <a:lnTo>
                    <a:pt x="0" y="0"/>
                  </a:lnTo>
                  <a:lnTo>
                    <a:pt x="41" y="7"/>
                  </a:lnTo>
                  <a:close/>
                </a:path>
              </a:pathLst>
            </a:custGeom>
            <a:solidFill>
              <a:srgbClr val="FD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76"/>
            <p:cNvSpPr>
              <a:spLocks noEditPoints="1"/>
            </p:cNvSpPr>
            <p:nvPr/>
          </p:nvSpPr>
          <p:spPr bwMode="auto">
            <a:xfrm>
              <a:off x="2537132" y="4766675"/>
              <a:ext cx="69850" cy="53975"/>
            </a:xfrm>
            <a:custGeom>
              <a:avLst/>
              <a:gdLst>
                <a:gd name="T0" fmla="*/ 72 w 94"/>
                <a:gd name="T1" fmla="*/ 15 h 72"/>
                <a:gd name="T2" fmla="*/ 50 w 94"/>
                <a:gd name="T3" fmla="*/ 12 h 72"/>
                <a:gd name="T4" fmla="*/ 6 w 94"/>
                <a:gd name="T5" fmla="*/ 5 h 72"/>
                <a:gd name="T6" fmla="*/ 8 w 94"/>
                <a:gd name="T7" fmla="*/ 2 h 72"/>
                <a:gd name="T8" fmla="*/ 23 w 94"/>
                <a:gd name="T9" fmla="*/ 18 h 72"/>
                <a:gd name="T10" fmla="*/ 39 w 94"/>
                <a:gd name="T11" fmla="*/ 35 h 72"/>
                <a:gd name="T12" fmla="*/ 55 w 94"/>
                <a:gd name="T13" fmla="*/ 52 h 72"/>
                <a:gd name="T14" fmla="*/ 70 w 94"/>
                <a:gd name="T15" fmla="*/ 68 h 72"/>
                <a:gd name="T16" fmla="*/ 67 w 94"/>
                <a:gd name="T17" fmla="*/ 69 h 72"/>
                <a:gd name="T18" fmla="*/ 81 w 94"/>
                <a:gd name="T19" fmla="*/ 43 h 72"/>
                <a:gd name="T20" fmla="*/ 94 w 94"/>
                <a:gd name="T21" fmla="*/ 18 h 72"/>
                <a:gd name="T22" fmla="*/ 72 w 94"/>
                <a:gd name="T23" fmla="*/ 15 h 72"/>
                <a:gd name="T24" fmla="*/ 82 w 94"/>
                <a:gd name="T25" fmla="*/ 44 h 72"/>
                <a:gd name="T26" fmla="*/ 70 w 94"/>
                <a:gd name="T27" fmla="*/ 70 h 72"/>
                <a:gd name="T28" fmla="*/ 69 w 94"/>
                <a:gd name="T29" fmla="*/ 72 h 72"/>
                <a:gd name="T30" fmla="*/ 68 w 94"/>
                <a:gd name="T31" fmla="*/ 71 h 72"/>
                <a:gd name="T32" fmla="*/ 52 w 94"/>
                <a:gd name="T33" fmla="*/ 54 h 72"/>
                <a:gd name="T34" fmla="*/ 36 w 94"/>
                <a:gd name="T35" fmla="*/ 38 h 72"/>
                <a:gd name="T36" fmla="*/ 20 w 94"/>
                <a:gd name="T37" fmla="*/ 21 h 72"/>
                <a:gd name="T38" fmla="*/ 5 w 94"/>
                <a:gd name="T39" fmla="*/ 5 h 72"/>
                <a:gd name="T40" fmla="*/ 0 w 94"/>
                <a:gd name="T41" fmla="*/ 0 h 72"/>
                <a:gd name="T42" fmla="*/ 6 w 94"/>
                <a:gd name="T43" fmla="*/ 1 h 72"/>
                <a:gd name="T44" fmla="*/ 50 w 94"/>
                <a:gd name="T45" fmla="*/ 9 h 72"/>
                <a:gd name="T46" fmla="*/ 72 w 94"/>
                <a:gd name="T47" fmla="*/ 14 h 72"/>
                <a:gd name="T48" fmla="*/ 94 w 94"/>
                <a:gd name="T49" fmla="*/ 18 h 72"/>
                <a:gd name="T50" fmla="*/ 82 w 94"/>
                <a:gd name="T51" fmla="*/ 44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4" h="72">
                  <a:moveTo>
                    <a:pt x="72" y="15"/>
                  </a:moveTo>
                  <a:cubicBezTo>
                    <a:pt x="65" y="14"/>
                    <a:pt x="57" y="13"/>
                    <a:pt x="50" y="12"/>
                  </a:cubicBezTo>
                  <a:cubicBezTo>
                    <a:pt x="35" y="10"/>
                    <a:pt x="20" y="8"/>
                    <a:pt x="6" y="5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4" y="41"/>
                    <a:pt x="49" y="46"/>
                    <a:pt x="55" y="52"/>
                  </a:cubicBezTo>
                  <a:cubicBezTo>
                    <a:pt x="60" y="57"/>
                    <a:pt x="65" y="63"/>
                    <a:pt x="70" y="68"/>
                  </a:cubicBezTo>
                  <a:cubicBezTo>
                    <a:pt x="67" y="69"/>
                    <a:pt x="67" y="69"/>
                    <a:pt x="67" y="69"/>
                  </a:cubicBezTo>
                  <a:cubicBezTo>
                    <a:pt x="72" y="60"/>
                    <a:pt x="76" y="52"/>
                    <a:pt x="81" y="43"/>
                  </a:cubicBezTo>
                  <a:cubicBezTo>
                    <a:pt x="85" y="35"/>
                    <a:pt x="90" y="26"/>
                    <a:pt x="94" y="18"/>
                  </a:cubicBezTo>
                  <a:cubicBezTo>
                    <a:pt x="87" y="17"/>
                    <a:pt x="79" y="16"/>
                    <a:pt x="72" y="15"/>
                  </a:cubicBezTo>
                  <a:close/>
                  <a:moveTo>
                    <a:pt x="82" y="44"/>
                  </a:moveTo>
                  <a:cubicBezTo>
                    <a:pt x="78" y="53"/>
                    <a:pt x="74" y="62"/>
                    <a:pt x="70" y="70"/>
                  </a:cubicBezTo>
                  <a:cubicBezTo>
                    <a:pt x="69" y="72"/>
                    <a:pt x="69" y="72"/>
                    <a:pt x="69" y="72"/>
                  </a:cubicBezTo>
                  <a:cubicBezTo>
                    <a:pt x="68" y="71"/>
                    <a:pt x="68" y="71"/>
                    <a:pt x="68" y="71"/>
                  </a:cubicBezTo>
                  <a:cubicBezTo>
                    <a:pt x="62" y="65"/>
                    <a:pt x="57" y="60"/>
                    <a:pt x="52" y="54"/>
                  </a:cubicBezTo>
                  <a:cubicBezTo>
                    <a:pt x="46" y="49"/>
                    <a:pt x="41" y="43"/>
                    <a:pt x="36" y="38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21" y="4"/>
                    <a:pt x="36" y="7"/>
                    <a:pt x="50" y="9"/>
                  </a:cubicBezTo>
                  <a:cubicBezTo>
                    <a:pt x="58" y="11"/>
                    <a:pt x="65" y="12"/>
                    <a:pt x="72" y="14"/>
                  </a:cubicBezTo>
                  <a:cubicBezTo>
                    <a:pt x="80" y="15"/>
                    <a:pt x="87" y="17"/>
                    <a:pt x="94" y="18"/>
                  </a:cubicBezTo>
                  <a:cubicBezTo>
                    <a:pt x="90" y="27"/>
                    <a:pt x="86" y="36"/>
                    <a:pt x="82" y="44"/>
                  </a:cubicBezTo>
                  <a:close/>
                </a:path>
              </a:pathLst>
            </a:custGeom>
            <a:solidFill>
              <a:srgbClr val="443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77"/>
            <p:cNvSpPr/>
            <p:nvPr/>
          </p:nvSpPr>
          <p:spPr bwMode="auto">
            <a:xfrm>
              <a:off x="2492682" y="4744450"/>
              <a:ext cx="228600" cy="211138"/>
            </a:xfrm>
            <a:custGeom>
              <a:avLst/>
              <a:gdLst>
                <a:gd name="T0" fmla="*/ 116 w 144"/>
                <a:gd name="T1" fmla="*/ 19 h 133"/>
                <a:gd name="T2" fmla="*/ 79 w 144"/>
                <a:gd name="T3" fmla="*/ 65 h 133"/>
                <a:gd name="T4" fmla="*/ 37 w 144"/>
                <a:gd name="T5" fmla="*/ 20 h 133"/>
                <a:gd name="T6" fmla="*/ 0 w 144"/>
                <a:gd name="T7" fmla="*/ 0 h 133"/>
                <a:gd name="T8" fmla="*/ 16 w 144"/>
                <a:gd name="T9" fmla="*/ 93 h 133"/>
                <a:gd name="T10" fmla="*/ 85 w 144"/>
                <a:gd name="T11" fmla="*/ 133 h 133"/>
                <a:gd name="T12" fmla="*/ 142 w 144"/>
                <a:gd name="T13" fmla="*/ 78 h 133"/>
                <a:gd name="T14" fmla="*/ 144 w 144"/>
                <a:gd name="T15" fmla="*/ 4 h 133"/>
                <a:gd name="T16" fmla="*/ 116 w 144"/>
                <a:gd name="T17" fmla="*/ 1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4" h="133">
                  <a:moveTo>
                    <a:pt x="116" y="19"/>
                  </a:moveTo>
                  <a:lnTo>
                    <a:pt x="79" y="65"/>
                  </a:lnTo>
                  <a:lnTo>
                    <a:pt x="37" y="20"/>
                  </a:lnTo>
                  <a:lnTo>
                    <a:pt x="0" y="0"/>
                  </a:lnTo>
                  <a:lnTo>
                    <a:pt x="16" y="93"/>
                  </a:lnTo>
                  <a:lnTo>
                    <a:pt x="85" y="133"/>
                  </a:lnTo>
                  <a:lnTo>
                    <a:pt x="142" y="78"/>
                  </a:lnTo>
                  <a:lnTo>
                    <a:pt x="144" y="4"/>
                  </a:lnTo>
                  <a:lnTo>
                    <a:pt x="116" y="19"/>
                  </a:lnTo>
                  <a:close/>
                </a:path>
              </a:pathLst>
            </a:custGeom>
            <a:solidFill>
              <a:srgbClr val="564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78"/>
            <p:cNvSpPr/>
            <p:nvPr/>
          </p:nvSpPr>
          <p:spPr bwMode="auto">
            <a:xfrm>
              <a:off x="2629207" y="4750800"/>
              <a:ext cx="87313" cy="93663"/>
            </a:xfrm>
            <a:custGeom>
              <a:avLst/>
              <a:gdLst>
                <a:gd name="T0" fmla="*/ 114 w 116"/>
                <a:gd name="T1" fmla="*/ 0 h 124"/>
                <a:gd name="T2" fmla="*/ 115 w 116"/>
                <a:gd name="T3" fmla="*/ 18 h 124"/>
                <a:gd name="T4" fmla="*/ 116 w 116"/>
                <a:gd name="T5" fmla="*/ 37 h 124"/>
                <a:gd name="T6" fmla="*/ 116 w 116"/>
                <a:gd name="T7" fmla="*/ 38 h 124"/>
                <a:gd name="T8" fmla="*/ 114 w 116"/>
                <a:gd name="T9" fmla="*/ 38 h 124"/>
                <a:gd name="T10" fmla="*/ 95 w 116"/>
                <a:gd name="T11" fmla="*/ 38 h 124"/>
                <a:gd name="T12" fmla="*/ 76 w 116"/>
                <a:gd name="T13" fmla="*/ 39 h 124"/>
                <a:gd name="T14" fmla="*/ 77 w 116"/>
                <a:gd name="T15" fmla="*/ 35 h 124"/>
                <a:gd name="T16" fmla="*/ 107 w 116"/>
                <a:gd name="T17" fmla="*/ 56 h 124"/>
                <a:gd name="T18" fmla="*/ 110 w 116"/>
                <a:gd name="T19" fmla="*/ 58 h 124"/>
                <a:gd name="T20" fmla="*/ 107 w 116"/>
                <a:gd name="T21" fmla="*/ 59 h 124"/>
                <a:gd name="T22" fmla="*/ 52 w 116"/>
                <a:gd name="T23" fmla="*/ 90 h 124"/>
                <a:gd name="T24" fmla="*/ 26 w 116"/>
                <a:gd name="T25" fmla="*/ 106 h 124"/>
                <a:gd name="T26" fmla="*/ 0 w 116"/>
                <a:gd name="T27" fmla="*/ 124 h 124"/>
                <a:gd name="T28" fmla="*/ 12 w 116"/>
                <a:gd name="T29" fmla="*/ 114 h 124"/>
                <a:gd name="T30" fmla="*/ 24 w 116"/>
                <a:gd name="T31" fmla="*/ 104 h 124"/>
                <a:gd name="T32" fmla="*/ 50 w 116"/>
                <a:gd name="T33" fmla="*/ 87 h 124"/>
                <a:gd name="T34" fmla="*/ 77 w 116"/>
                <a:gd name="T35" fmla="*/ 71 h 124"/>
                <a:gd name="T36" fmla="*/ 105 w 116"/>
                <a:gd name="T37" fmla="*/ 55 h 124"/>
                <a:gd name="T38" fmla="*/ 105 w 116"/>
                <a:gd name="T39" fmla="*/ 59 h 124"/>
                <a:gd name="T40" fmla="*/ 75 w 116"/>
                <a:gd name="T41" fmla="*/ 39 h 124"/>
                <a:gd name="T42" fmla="*/ 70 w 116"/>
                <a:gd name="T43" fmla="*/ 35 h 124"/>
                <a:gd name="T44" fmla="*/ 76 w 116"/>
                <a:gd name="T45" fmla="*/ 35 h 124"/>
                <a:gd name="T46" fmla="*/ 95 w 116"/>
                <a:gd name="T47" fmla="*/ 35 h 124"/>
                <a:gd name="T48" fmla="*/ 114 w 116"/>
                <a:gd name="T49" fmla="*/ 35 h 124"/>
                <a:gd name="T50" fmla="*/ 113 w 116"/>
                <a:gd name="T51" fmla="*/ 37 h 124"/>
                <a:gd name="T52" fmla="*/ 113 w 116"/>
                <a:gd name="T53" fmla="*/ 18 h 124"/>
                <a:gd name="T54" fmla="*/ 114 w 116"/>
                <a:gd name="T55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16" h="124">
                  <a:moveTo>
                    <a:pt x="114" y="0"/>
                  </a:moveTo>
                  <a:cubicBezTo>
                    <a:pt x="114" y="6"/>
                    <a:pt x="114" y="12"/>
                    <a:pt x="115" y="18"/>
                  </a:cubicBezTo>
                  <a:cubicBezTo>
                    <a:pt x="115" y="24"/>
                    <a:pt x="115" y="30"/>
                    <a:pt x="116" y="37"/>
                  </a:cubicBezTo>
                  <a:cubicBezTo>
                    <a:pt x="116" y="38"/>
                    <a:pt x="116" y="38"/>
                    <a:pt x="116" y="38"/>
                  </a:cubicBezTo>
                  <a:cubicBezTo>
                    <a:pt x="114" y="38"/>
                    <a:pt x="114" y="38"/>
                    <a:pt x="114" y="38"/>
                  </a:cubicBezTo>
                  <a:cubicBezTo>
                    <a:pt x="95" y="38"/>
                    <a:pt x="95" y="38"/>
                    <a:pt x="95" y="38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5"/>
                    <a:pt x="77" y="35"/>
                    <a:pt x="77" y="35"/>
                  </a:cubicBezTo>
                  <a:cubicBezTo>
                    <a:pt x="87" y="42"/>
                    <a:pt x="97" y="49"/>
                    <a:pt x="107" y="56"/>
                  </a:cubicBezTo>
                  <a:cubicBezTo>
                    <a:pt x="110" y="58"/>
                    <a:pt x="110" y="58"/>
                    <a:pt x="110" y="58"/>
                  </a:cubicBezTo>
                  <a:cubicBezTo>
                    <a:pt x="107" y="59"/>
                    <a:pt x="107" y="59"/>
                    <a:pt x="107" y="59"/>
                  </a:cubicBezTo>
                  <a:cubicBezTo>
                    <a:pt x="89" y="69"/>
                    <a:pt x="70" y="79"/>
                    <a:pt x="52" y="90"/>
                  </a:cubicBezTo>
                  <a:cubicBezTo>
                    <a:pt x="43" y="95"/>
                    <a:pt x="34" y="100"/>
                    <a:pt x="26" y="106"/>
                  </a:cubicBezTo>
                  <a:cubicBezTo>
                    <a:pt x="17" y="112"/>
                    <a:pt x="8" y="117"/>
                    <a:pt x="0" y="124"/>
                  </a:cubicBezTo>
                  <a:cubicBezTo>
                    <a:pt x="4" y="120"/>
                    <a:pt x="8" y="117"/>
                    <a:pt x="12" y="114"/>
                  </a:cubicBezTo>
                  <a:cubicBezTo>
                    <a:pt x="16" y="110"/>
                    <a:pt x="20" y="107"/>
                    <a:pt x="24" y="104"/>
                  </a:cubicBezTo>
                  <a:cubicBezTo>
                    <a:pt x="33" y="98"/>
                    <a:pt x="42" y="92"/>
                    <a:pt x="50" y="87"/>
                  </a:cubicBezTo>
                  <a:cubicBezTo>
                    <a:pt x="59" y="81"/>
                    <a:pt x="68" y="76"/>
                    <a:pt x="77" y="71"/>
                  </a:cubicBezTo>
                  <a:cubicBezTo>
                    <a:pt x="87" y="66"/>
                    <a:pt x="96" y="60"/>
                    <a:pt x="105" y="55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95" y="52"/>
                    <a:pt x="85" y="45"/>
                    <a:pt x="75" y="39"/>
                  </a:cubicBezTo>
                  <a:cubicBezTo>
                    <a:pt x="70" y="35"/>
                    <a:pt x="70" y="35"/>
                    <a:pt x="70" y="35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95" y="35"/>
                    <a:pt x="95" y="35"/>
                    <a:pt x="95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0"/>
                    <a:pt x="113" y="24"/>
                    <a:pt x="113" y="18"/>
                  </a:cubicBezTo>
                  <a:cubicBezTo>
                    <a:pt x="114" y="12"/>
                    <a:pt x="114" y="6"/>
                    <a:pt x="114" y="0"/>
                  </a:cubicBezTo>
                  <a:close/>
                </a:path>
              </a:pathLst>
            </a:custGeom>
            <a:solidFill>
              <a:srgbClr val="443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79"/>
            <p:cNvSpPr/>
            <p:nvPr/>
          </p:nvSpPr>
          <p:spPr bwMode="auto">
            <a:xfrm>
              <a:off x="2506970" y="4769850"/>
              <a:ext cx="101600" cy="73025"/>
            </a:xfrm>
            <a:custGeom>
              <a:avLst/>
              <a:gdLst>
                <a:gd name="T0" fmla="*/ 0 w 137"/>
                <a:gd name="T1" fmla="*/ 0 h 98"/>
                <a:gd name="T2" fmla="*/ 3 w 137"/>
                <a:gd name="T3" fmla="*/ 18 h 98"/>
                <a:gd name="T4" fmla="*/ 6 w 137"/>
                <a:gd name="T5" fmla="*/ 36 h 98"/>
                <a:gd name="T6" fmla="*/ 6 w 137"/>
                <a:gd name="T7" fmla="*/ 37 h 98"/>
                <a:gd name="T8" fmla="*/ 7 w 137"/>
                <a:gd name="T9" fmla="*/ 37 h 98"/>
                <a:gd name="T10" fmla="*/ 26 w 137"/>
                <a:gd name="T11" fmla="*/ 34 h 98"/>
                <a:gd name="T12" fmla="*/ 45 w 137"/>
                <a:gd name="T13" fmla="*/ 30 h 98"/>
                <a:gd name="T14" fmla="*/ 43 w 137"/>
                <a:gd name="T15" fmla="*/ 27 h 98"/>
                <a:gd name="T16" fmla="*/ 18 w 137"/>
                <a:gd name="T17" fmla="*/ 53 h 98"/>
                <a:gd name="T18" fmla="*/ 15 w 137"/>
                <a:gd name="T19" fmla="*/ 56 h 98"/>
                <a:gd name="T20" fmla="*/ 19 w 137"/>
                <a:gd name="T21" fmla="*/ 57 h 98"/>
                <a:gd name="T22" fmla="*/ 79 w 137"/>
                <a:gd name="T23" fmla="*/ 75 h 98"/>
                <a:gd name="T24" fmla="*/ 108 w 137"/>
                <a:gd name="T25" fmla="*/ 85 h 98"/>
                <a:gd name="T26" fmla="*/ 137 w 137"/>
                <a:gd name="T27" fmla="*/ 98 h 98"/>
                <a:gd name="T28" fmla="*/ 123 w 137"/>
                <a:gd name="T29" fmla="*/ 90 h 98"/>
                <a:gd name="T30" fmla="*/ 109 w 137"/>
                <a:gd name="T31" fmla="*/ 83 h 98"/>
                <a:gd name="T32" fmla="*/ 80 w 137"/>
                <a:gd name="T33" fmla="*/ 72 h 98"/>
                <a:gd name="T34" fmla="*/ 50 w 137"/>
                <a:gd name="T35" fmla="*/ 62 h 98"/>
                <a:gd name="T36" fmla="*/ 20 w 137"/>
                <a:gd name="T37" fmla="*/ 53 h 98"/>
                <a:gd name="T38" fmla="*/ 21 w 137"/>
                <a:gd name="T39" fmla="*/ 56 h 98"/>
                <a:gd name="T40" fmla="*/ 46 w 137"/>
                <a:gd name="T41" fmla="*/ 30 h 98"/>
                <a:gd name="T42" fmla="*/ 50 w 137"/>
                <a:gd name="T43" fmla="*/ 25 h 98"/>
                <a:gd name="T44" fmla="*/ 44 w 137"/>
                <a:gd name="T45" fmla="*/ 26 h 98"/>
                <a:gd name="T46" fmla="*/ 25 w 137"/>
                <a:gd name="T47" fmla="*/ 31 h 98"/>
                <a:gd name="T48" fmla="*/ 7 w 137"/>
                <a:gd name="T49" fmla="*/ 35 h 98"/>
                <a:gd name="T50" fmla="*/ 8 w 137"/>
                <a:gd name="T51" fmla="*/ 36 h 98"/>
                <a:gd name="T52" fmla="*/ 4 w 137"/>
                <a:gd name="T53" fmla="*/ 18 h 98"/>
                <a:gd name="T54" fmla="*/ 0 w 137"/>
                <a:gd name="T55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37" h="98">
                  <a:moveTo>
                    <a:pt x="0" y="0"/>
                  </a:moveTo>
                  <a:cubicBezTo>
                    <a:pt x="1" y="6"/>
                    <a:pt x="2" y="12"/>
                    <a:pt x="3" y="18"/>
                  </a:cubicBezTo>
                  <a:cubicBezTo>
                    <a:pt x="4" y="24"/>
                    <a:pt x="5" y="30"/>
                    <a:pt x="6" y="36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45" y="30"/>
                    <a:pt x="45" y="30"/>
                    <a:pt x="45" y="30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35" y="36"/>
                    <a:pt x="26" y="44"/>
                    <a:pt x="18" y="53"/>
                  </a:cubicBezTo>
                  <a:cubicBezTo>
                    <a:pt x="15" y="56"/>
                    <a:pt x="15" y="56"/>
                    <a:pt x="15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39" y="62"/>
                    <a:pt x="59" y="69"/>
                    <a:pt x="79" y="75"/>
                  </a:cubicBezTo>
                  <a:cubicBezTo>
                    <a:pt x="88" y="78"/>
                    <a:pt x="98" y="82"/>
                    <a:pt x="108" y="85"/>
                  </a:cubicBezTo>
                  <a:cubicBezTo>
                    <a:pt x="118" y="89"/>
                    <a:pt x="128" y="93"/>
                    <a:pt x="137" y="98"/>
                  </a:cubicBezTo>
                  <a:cubicBezTo>
                    <a:pt x="132" y="95"/>
                    <a:pt x="128" y="92"/>
                    <a:pt x="123" y="90"/>
                  </a:cubicBezTo>
                  <a:cubicBezTo>
                    <a:pt x="118" y="88"/>
                    <a:pt x="114" y="86"/>
                    <a:pt x="109" y="83"/>
                  </a:cubicBezTo>
                  <a:cubicBezTo>
                    <a:pt x="99" y="79"/>
                    <a:pt x="90" y="75"/>
                    <a:pt x="80" y="72"/>
                  </a:cubicBezTo>
                  <a:cubicBezTo>
                    <a:pt x="70" y="68"/>
                    <a:pt x="60" y="65"/>
                    <a:pt x="50" y="62"/>
                  </a:cubicBezTo>
                  <a:cubicBezTo>
                    <a:pt x="40" y="58"/>
                    <a:pt x="30" y="55"/>
                    <a:pt x="20" y="53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9" y="47"/>
                    <a:pt x="38" y="38"/>
                    <a:pt x="46" y="30"/>
                  </a:cubicBezTo>
                  <a:cubicBezTo>
                    <a:pt x="50" y="25"/>
                    <a:pt x="50" y="25"/>
                    <a:pt x="50" y="25"/>
                  </a:cubicBezTo>
                  <a:cubicBezTo>
                    <a:pt x="44" y="26"/>
                    <a:pt x="44" y="26"/>
                    <a:pt x="44" y="26"/>
                  </a:cubicBezTo>
                  <a:cubicBezTo>
                    <a:pt x="25" y="31"/>
                    <a:pt x="25" y="31"/>
                    <a:pt x="25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7" y="30"/>
                    <a:pt x="5" y="24"/>
                    <a:pt x="4" y="18"/>
                  </a:cubicBezTo>
                  <a:cubicBezTo>
                    <a:pt x="3" y="12"/>
                    <a:pt x="1" y="6"/>
                    <a:pt x="0" y="0"/>
                  </a:cubicBezTo>
                  <a:close/>
                </a:path>
              </a:pathLst>
            </a:custGeom>
            <a:solidFill>
              <a:srgbClr val="443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80"/>
            <p:cNvSpPr/>
            <p:nvPr/>
          </p:nvSpPr>
          <p:spPr bwMode="auto">
            <a:xfrm>
              <a:off x="2873682" y="4584113"/>
              <a:ext cx="87313" cy="125413"/>
            </a:xfrm>
            <a:custGeom>
              <a:avLst/>
              <a:gdLst>
                <a:gd name="T0" fmla="*/ 0 w 117"/>
                <a:gd name="T1" fmla="*/ 147 h 169"/>
                <a:gd name="T2" fmla="*/ 38 w 117"/>
                <a:gd name="T3" fmla="*/ 86 h 169"/>
                <a:gd name="T4" fmla="*/ 63 w 117"/>
                <a:gd name="T5" fmla="*/ 56 h 169"/>
                <a:gd name="T6" fmla="*/ 78 w 117"/>
                <a:gd name="T7" fmla="*/ 59 h 169"/>
                <a:gd name="T8" fmla="*/ 85 w 117"/>
                <a:gd name="T9" fmla="*/ 66 h 169"/>
                <a:gd name="T10" fmla="*/ 86 w 117"/>
                <a:gd name="T11" fmla="*/ 82 h 169"/>
                <a:gd name="T12" fmla="*/ 34 w 117"/>
                <a:gd name="T13" fmla="*/ 169 h 169"/>
                <a:gd name="T14" fmla="*/ 0 w 117"/>
                <a:gd name="T15" fmla="*/ 147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7" h="169">
                  <a:moveTo>
                    <a:pt x="0" y="147"/>
                  </a:moveTo>
                  <a:cubicBezTo>
                    <a:pt x="0" y="147"/>
                    <a:pt x="48" y="19"/>
                    <a:pt x="38" y="86"/>
                  </a:cubicBezTo>
                  <a:cubicBezTo>
                    <a:pt x="38" y="86"/>
                    <a:pt x="69" y="0"/>
                    <a:pt x="63" y="56"/>
                  </a:cubicBezTo>
                  <a:cubicBezTo>
                    <a:pt x="63" y="56"/>
                    <a:pt x="84" y="15"/>
                    <a:pt x="78" y="59"/>
                  </a:cubicBezTo>
                  <a:cubicBezTo>
                    <a:pt x="78" y="59"/>
                    <a:pt x="104" y="27"/>
                    <a:pt x="85" y="66"/>
                  </a:cubicBezTo>
                  <a:cubicBezTo>
                    <a:pt x="85" y="66"/>
                    <a:pt x="117" y="32"/>
                    <a:pt x="86" y="82"/>
                  </a:cubicBezTo>
                  <a:cubicBezTo>
                    <a:pt x="86" y="82"/>
                    <a:pt x="57" y="135"/>
                    <a:pt x="34" y="169"/>
                  </a:cubicBezTo>
                  <a:lnTo>
                    <a:pt x="0" y="147"/>
                  </a:lnTo>
                  <a:close/>
                </a:path>
              </a:pathLst>
            </a:custGeom>
            <a:solidFill>
              <a:srgbClr val="F9DA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81"/>
            <p:cNvSpPr/>
            <p:nvPr/>
          </p:nvSpPr>
          <p:spPr bwMode="auto">
            <a:xfrm>
              <a:off x="2484745" y="4923838"/>
              <a:ext cx="219075" cy="42863"/>
            </a:xfrm>
            <a:custGeom>
              <a:avLst/>
              <a:gdLst>
                <a:gd name="T0" fmla="*/ 293 w 293"/>
                <a:gd name="T1" fmla="*/ 50 h 57"/>
                <a:gd name="T2" fmla="*/ 270 w 293"/>
                <a:gd name="T3" fmla="*/ 47 h 57"/>
                <a:gd name="T4" fmla="*/ 246 w 293"/>
                <a:gd name="T5" fmla="*/ 44 h 57"/>
                <a:gd name="T6" fmla="*/ 200 w 293"/>
                <a:gd name="T7" fmla="*/ 38 h 57"/>
                <a:gd name="T8" fmla="*/ 202 w 293"/>
                <a:gd name="T9" fmla="*/ 40 h 57"/>
                <a:gd name="T10" fmla="*/ 186 w 293"/>
                <a:gd name="T11" fmla="*/ 4 h 57"/>
                <a:gd name="T12" fmla="*/ 184 w 293"/>
                <a:gd name="T13" fmla="*/ 0 h 57"/>
                <a:gd name="T14" fmla="*/ 181 w 293"/>
                <a:gd name="T15" fmla="*/ 4 h 57"/>
                <a:gd name="T16" fmla="*/ 151 w 293"/>
                <a:gd name="T17" fmla="*/ 38 h 57"/>
                <a:gd name="T18" fmla="*/ 153 w 293"/>
                <a:gd name="T19" fmla="*/ 37 h 57"/>
                <a:gd name="T20" fmla="*/ 115 w 293"/>
                <a:gd name="T21" fmla="*/ 42 h 57"/>
                <a:gd name="T22" fmla="*/ 77 w 293"/>
                <a:gd name="T23" fmla="*/ 47 h 57"/>
                <a:gd name="T24" fmla="*/ 38 w 293"/>
                <a:gd name="T25" fmla="*/ 52 h 57"/>
                <a:gd name="T26" fmla="*/ 0 w 293"/>
                <a:gd name="T27" fmla="*/ 57 h 57"/>
                <a:gd name="T28" fmla="*/ 39 w 293"/>
                <a:gd name="T29" fmla="*/ 55 h 57"/>
                <a:gd name="T30" fmla="*/ 77 w 293"/>
                <a:gd name="T31" fmla="*/ 51 h 57"/>
                <a:gd name="T32" fmla="*/ 116 w 293"/>
                <a:gd name="T33" fmla="*/ 48 h 57"/>
                <a:gd name="T34" fmla="*/ 154 w 293"/>
                <a:gd name="T35" fmla="*/ 44 h 57"/>
                <a:gd name="T36" fmla="*/ 155 w 293"/>
                <a:gd name="T37" fmla="*/ 44 h 57"/>
                <a:gd name="T38" fmla="*/ 156 w 293"/>
                <a:gd name="T39" fmla="*/ 43 h 57"/>
                <a:gd name="T40" fmla="*/ 185 w 293"/>
                <a:gd name="T41" fmla="*/ 8 h 57"/>
                <a:gd name="T42" fmla="*/ 180 w 293"/>
                <a:gd name="T43" fmla="*/ 7 h 57"/>
                <a:gd name="T44" fmla="*/ 197 w 293"/>
                <a:gd name="T45" fmla="*/ 42 h 57"/>
                <a:gd name="T46" fmla="*/ 198 w 293"/>
                <a:gd name="T47" fmla="*/ 44 h 57"/>
                <a:gd name="T48" fmla="*/ 200 w 293"/>
                <a:gd name="T49" fmla="*/ 44 h 57"/>
                <a:gd name="T50" fmla="*/ 246 w 293"/>
                <a:gd name="T51" fmla="*/ 47 h 57"/>
                <a:gd name="T52" fmla="*/ 269 w 293"/>
                <a:gd name="T53" fmla="*/ 49 h 57"/>
                <a:gd name="T54" fmla="*/ 293 w 293"/>
                <a:gd name="T55" fmla="*/ 5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93" h="57">
                  <a:moveTo>
                    <a:pt x="293" y="50"/>
                  </a:moveTo>
                  <a:cubicBezTo>
                    <a:pt x="285" y="49"/>
                    <a:pt x="277" y="48"/>
                    <a:pt x="270" y="47"/>
                  </a:cubicBezTo>
                  <a:cubicBezTo>
                    <a:pt x="246" y="44"/>
                    <a:pt x="246" y="44"/>
                    <a:pt x="246" y="44"/>
                  </a:cubicBezTo>
                  <a:cubicBezTo>
                    <a:pt x="231" y="42"/>
                    <a:pt x="216" y="40"/>
                    <a:pt x="200" y="38"/>
                  </a:cubicBezTo>
                  <a:cubicBezTo>
                    <a:pt x="202" y="40"/>
                    <a:pt x="202" y="40"/>
                    <a:pt x="202" y="40"/>
                  </a:cubicBezTo>
                  <a:cubicBezTo>
                    <a:pt x="186" y="4"/>
                    <a:pt x="186" y="4"/>
                    <a:pt x="186" y="4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181" y="4"/>
                    <a:pt x="181" y="4"/>
                    <a:pt x="181" y="4"/>
                  </a:cubicBezTo>
                  <a:cubicBezTo>
                    <a:pt x="171" y="15"/>
                    <a:pt x="161" y="27"/>
                    <a:pt x="151" y="38"/>
                  </a:cubicBezTo>
                  <a:cubicBezTo>
                    <a:pt x="153" y="37"/>
                    <a:pt x="153" y="37"/>
                    <a:pt x="153" y="37"/>
                  </a:cubicBezTo>
                  <a:cubicBezTo>
                    <a:pt x="141" y="39"/>
                    <a:pt x="128" y="40"/>
                    <a:pt x="115" y="42"/>
                  </a:cubicBezTo>
                  <a:cubicBezTo>
                    <a:pt x="102" y="43"/>
                    <a:pt x="89" y="45"/>
                    <a:pt x="77" y="47"/>
                  </a:cubicBezTo>
                  <a:cubicBezTo>
                    <a:pt x="64" y="48"/>
                    <a:pt x="51" y="50"/>
                    <a:pt x="38" y="52"/>
                  </a:cubicBezTo>
                  <a:cubicBezTo>
                    <a:pt x="26" y="54"/>
                    <a:pt x="13" y="55"/>
                    <a:pt x="0" y="57"/>
                  </a:cubicBezTo>
                  <a:cubicBezTo>
                    <a:pt x="13" y="57"/>
                    <a:pt x="26" y="56"/>
                    <a:pt x="39" y="55"/>
                  </a:cubicBezTo>
                  <a:cubicBezTo>
                    <a:pt x="51" y="54"/>
                    <a:pt x="64" y="53"/>
                    <a:pt x="77" y="51"/>
                  </a:cubicBezTo>
                  <a:cubicBezTo>
                    <a:pt x="90" y="50"/>
                    <a:pt x="103" y="49"/>
                    <a:pt x="116" y="48"/>
                  </a:cubicBezTo>
                  <a:cubicBezTo>
                    <a:pt x="128" y="46"/>
                    <a:pt x="141" y="45"/>
                    <a:pt x="154" y="44"/>
                  </a:cubicBezTo>
                  <a:cubicBezTo>
                    <a:pt x="155" y="44"/>
                    <a:pt x="155" y="44"/>
                    <a:pt x="155" y="44"/>
                  </a:cubicBezTo>
                  <a:cubicBezTo>
                    <a:pt x="156" y="43"/>
                    <a:pt x="156" y="43"/>
                    <a:pt x="156" y="43"/>
                  </a:cubicBezTo>
                  <a:cubicBezTo>
                    <a:pt x="166" y="31"/>
                    <a:pt x="176" y="19"/>
                    <a:pt x="185" y="8"/>
                  </a:cubicBezTo>
                  <a:cubicBezTo>
                    <a:pt x="180" y="7"/>
                    <a:pt x="180" y="7"/>
                    <a:pt x="180" y="7"/>
                  </a:cubicBezTo>
                  <a:cubicBezTo>
                    <a:pt x="197" y="42"/>
                    <a:pt x="197" y="42"/>
                    <a:pt x="197" y="42"/>
                  </a:cubicBezTo>
                  <a:cubicBezTo>
                    <a:pt x="198" y="44"/>
                    <a:pt x="198" y="44"/>
                    <a:pt x="198" y="44"/>
                  </a:cubicBezTo>
                  <a:cubicBezTo>
                    <a:pt x="200" y="44"/>
                    <a:pt x="200" y="44"/>
                    <a:pt x="200" y="44"/>
                  </a:cubicBezTo>
                  <a:cubicBezTo>
                    <a:pt x="215" y="45"/>
                    <a:pt x="231" y="46"/>
                    <a:pt x="246" y="47"/>
                  </a:cubicBezTo>
                  <a:cubicBezTo>
                    <a:pt x="269" y="49"/>
                    <a:pt x="269" y="49"/>
                    <a:pt x="269" y="49"/>
                  </a:cubicBezTo>
                  <a:cubicBezTo>
                    <a:pt x="277" y="49"/>
                    <a:pt x="285" y="49"/>
                    <a:pt x="293" y="50"/>
                  </a:cubicBezTo>
                  <a:close/>
                </a:path>
              </a:pathLst>
            </a:custGeom>
            <a:solidFill>
              <a:srgbClr val="443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82"/>
            <p:cNvSpPr/>
            <p:nvPr/>
          </p:nvSpPr>
          <p:spPr bwMode="auto">
            <a:xfrm>
              <a:off x="2430770" y="4676188"/>
              <a:ext cx="484188" cy="203200"/>
            </a:xfrm>
            <a:custGeom>
              <a:avLst/>
              <a:gdLst>
                <a:gd name="T0" fmla="*/ 344 w 646"/>
                <a:gd name="T1" fmla="*/ 272 h 272"/>
                <a:gd name="T2" fmla="*/ 16 w 646"/>
                <a:gd name="T3" fmla="*/ 76 h 272"/>
                <a:gd name="T4" fmla="*/ 67 w 646"/>
                <a:gd name="T5" fmla="*/ 37 h 272"/>
                <a:gd name="T6" fmla="*/ 360 w 646"/>
                <a:gd name="T7" fmla="*/ 206 h 272"/>
                <a:gd name="T8" fmla="*/ 589 w 646"/>
                <a:gd name="T9" fmla="*/ 0 h 272"/>
                <a:gd name="T10" fmla="*/ 646 w 646"/>
                <a:gd name="T11" fmla="*/ 29 h 272"/>
                <a:gd name="T12" fmla="*/ 366 w 646"/>
                <a:gd name="T13" fmla="*/ 271 h 272"/>
                <a:gd name="T14" fmla="*/ 344 w 646"/>
                <a:gd name="T15" fmla="*/ 272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46" h="272">
                  <a:moveTo>
                    <a:pt x="344" y="272"/>
                  </a:moveTo>
                  <a:cubicBezTo>
                    <a:pt x="166" y="272"/>
                    <a:pt x="0" y="131"/>
                    <a:pt x="16" y="76"/>
                  </a:cubicBezTo>
                  <a:cubicBezTo>
                    <a:pt x="30" y="28"/>
                    <a:pt x="67" y="37"/>
                    <a:pt x="67" y="37"/>
                  </a:cubicBezTo>
                  <a:cubicBezTo>
                    <a:pt x="69" y="39"/>
                    <a:pt x="208" y="220"/>
                    <a:pt x="360" y="206"/>
                  </a:cubicBezTo>
                  <a:cubicBezTo>
                    <a:pt x="446" y="199"/>
                    <a:pt x="523" y="129"/>
                    <a:pt x="589" y="0"/>
                  </a:cubicBezTo>
                  <a:cubicBezTo>
                    <a:pt x="646" y="29"/>
                    <a:pt x="646" y="29"/>
                    <a:pt x="646" y="29"/>
                  </a:cubicBezTo>
                  <a:cubicBezTo>
                    <a:pt x="570" y="180"/>
                    <a:pt x="475" y="261"/>
                    <a:pt x="366" y="271"/>
                  </a:cubicBezTo>
                  <a:cubicBezTo>
                    <a:pt x="359" y="271"/>
                    <a:pt x="351" y="272"/>
                    <a:pt x="344" y="272"/>
                  </a:cubicBezTo>
                  <a:close/>
                </a:path>
              </a:pathLst>
            </a:custGeom>
            <a:solidFill>
              <a:srgbClr val="564D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83"/>
            <p:cNvSpPr>
              <a:spLocks noEditPoints="1"/>
            </p:cNvSpPr>
            <p:nvPr/>
          </p:nvSpPr>
          <p:spPr bwMode="auto">
            <a:xfrm>
              <a:off x="2470457" y="4904788"/>
              <a:ext cx="63500" cy="22225"/>
            </a:xfrm>
            <a:custGeom>
              <a:avLst/>
              <a:gdLst>
                <a:gd name="T0" fmla="*/ 1 w 40"/>
                <a:gd name="T1" fmla="*/ 14 h 14"/>
                <a:gd name="T2" fmla="*/ 0 w 40"/>
                <a:gd name="T3" fmla="*/ 4 h 14"/>
                <a:gd name="T4" fmla="*/ 40 w 40"/>
                <a:gd name="T5" fmla="*/ 0 h 14"/>
                <a:gd name="T6" fmla="*/ 39 w 40"/>
                <a:gd name="T7" fmla="*/ 9 h 14"/>
                <a:gd name="T8" fmla="*/ 1 w 40"/>
                <a:gd name="T9" fmla="*/ 14 h 14"/>
                <a:gd name="T10" fmla="*/ 1 w 40"/>
                <a:gd name="T11" fmla="*/ 5 h 14"/>
                <a:gd name="T12" fmla="*/ 2 w 40"/>
                <a:gd name="T13" fmla="*/ 13 h 14"/>
                <a:gd name="T14" fmla="*/ 38 w 40"/>
                <a:gd name="T15" fmla="*/ 8 h 14"/>
                <a:gd name="T16" fmla="*/ 39 w 40"/>
                <a:gd name="T17" fmla="*/ 1 h 14"/>
                <a:gd name="T18" fmla="*/ 1 w 40"/>
                <a:gd name="T19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" h="14">
                  <a:moveTo>
                    <a:pt x="1" y="14"/>
                  </a:moveTo>
                  <a:lnTo>
                    <a:pt x="0" y="4"/>
                  </a:lnTo>
                  <a:lnTo>
                    <a:pt x="40" y="0"/>
                  </a:lnTo>
                  <a:lnTo>
                    <a:pt x="39" y="9"/>
                  </a:lnTo>
                  <a:lnTo>
                    <a:pt x="1" y="14"/>
                  </a:lnTo>
                  <a:close/>
                  <a:moveTo>
                    <a:pt x="1" y="5"/>
                  </a:moveTo>
                  <a:lnTo>
                    <a:pt x="2" y="13"/>
                  </a:lnTo>
                  <a:lnTo>
                    <a:pt x="38" y="8"/>
                  </a:lnTo>
                  <a:lnTo>
                    <a:pt x="39" y="1"/>
                  </a:lnTo>
                  <a:lnTo>
                    <a:pt x="1" y="5"/>
                  </a:lnTo>
                  <a:close/>
                </a:path>
              </a:pathLst>
            </a:custGeom>
            <a:solidFill>
              <a:srgbClr val="443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84"/>
            <p:cNvSpPr>
              <a:spLocks noEditPoints="1"/>
            </p:cNvSpPr>
            <p:nvPr/>
          </p:nvSpPr>
          <p:spPr bwMode="auto">
            <a:xfrm>
              <a:off x="2670482" y="4892088"/>
              <a:ext cx="60325" cy="19050"/>
            </a:xfrm>
            <a:custGeom>
              <a:avLst/>
              <a:gdLst>
                <a:gd name="T0" fmla="*/ 1 w 38"/>
                <a:gd name="T1" fmla="*/ 10 h 12"/>
                <a:gd name="T2" fmla="*/ 0 w 38"/>
                <a:gd name="T3" fmla="*/ 0 h 12"/>
                <a:gd name="T4" fmla="*/ 38 w 38"/>
                <a:gd name="T5" fmla="*/ 0 h 12"/>
                <a:gd name="T6" fmla="*/ 36 w 38"/>
                <a:gd name="T7" fmla="*/ 12 h 12"/>
                <a:gd name="T8" fmla="*/ 1 w 38"/>
                <a:gd name="T9" fmla="*/ 10 h 12"/>
                <a:gd name="T10" fmla="*/ 1 w 38"/>
                <a:gd name="T11" fmla="*/ 1 h 12"/>
                <a:gd name="T12" fmla="*/ 2 w 38"/>
                <a:gd name="T13" fmla="*/ 9 h 12"/>
                <a:gd name="T14" fmla="*/ 35 w 38"/>
                <a:gd name="T15" fmla="*/ 11 h 12"/>
                <a:gd name="T16" fmla="*/ 36 w 38"/>
                <a:gd name="T17" fmla="*/ 1 h 12"/>
                <a:gd name="T18" fmla="*/ 1 w 38"/>
                <a:gd name="T19" fmla="*/ 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12">
                  <a:moveTo>
                    <a:pt x="1" y="10"/>
                  </a:moveTo>
                  <a:lnTo>
                    <a:pt x="0" y="0"/>
                  </a:lnTo>
                  <a:lnTo>
                    <a:pt x="38" y="0"/>
                  </a:lnTo>
                  <a:lnTo>
                    <a:pt x="36" y="12"/>
                  </a:lnTo>
                  <a:lnTo>
                    <a:pt x="1" y="10"/>
                  </a:lnTo>
                  <a:close/>
                  <a:moveTo>
                    <a:pt x="1" y="1"/>
                  </a:moveTo>
                  <a:lnTo>
                    <a:pt x="2" y="9"/>
                  </a:lnTo>
                  <a:lnTo>
                    <a:pt x="35" y="11"/>
                  </a:lnTo>
                  <a:lnTo>
                    <a:pt x="36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43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85"/>
            <p:cNvSpPr/>
            <p:nvPr/>
          </p:nvSpPr>
          <p:spPr bwMode="auto">
            <a:xfrm>
              <a:off x="2481570" y="4833350"/>
              <a:ext cx="44450" cy="14288"/>
            </a:xfrm>
            <a:custGeom>
              <a:avLst/>
              <a:gdLst>
                <a:gd name="T0" fmla="*/ 61 w 61"/>
                <a:gd name="T1" fmla="*/ 12 h 19"/>
                <a:gd name="T2" fmla="*/ 26 w 61"/>
                <a:gd name="T3" fmla="*/ 0 h 19"/>
                <a:gd name="T4" fmla="*/ 0 w 61"/>
                <a:gd name="T5" fmla="*/ 19 h 19"/>
                <a:gd name="T6" fmla="*/ 61 w 61"/>
                <a:gd name="T7" fmla="*/ 1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1" h="19">
                  <a:moveTo>
                    <a:pt x="61" y="12"/>
                  </a:moveTo>
                  <a:cubicBezTo>
                    <a:pt x="61" y="12"/>
                    <a:pt x="43" y="8"/>
                    <a:pt x="26" y="0"/>
                  </a:cubicBezTo>
                  <a:cubicBezTo>
                    <a:pt x="26" y="0"/>
                    <a:pt x="19" y="2"/>
                    <a:pt x="0" y="19"/>
                  </a:cubicBezTo>
                  <a:lnTo>
                    <a:pt x="61" y="12"/>
                  </a:lnTo>
                  <a:close/>
                </a:path>
              </a:pathLst>
            </a:custGeom>
            <a:solidFill>
              <a:srgbClr val="8C27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86"/>
            <p:cNvSpPr/>
            <p:nvPr/>
          </p:nvSpPr>
          <p:spPr bwMode="auto">
            <a:xfrm>
              <a:off x="2476807" y="4841288"/>
              <a:ext cx="57150" cy="7938"/>
            </a:xfrm>
            <a:custGeom>
              <a:avLst/>
              <a:gdLst>
                <a:gd name="T0" fmla="*/ 77 w 77"/>
                <a:gd name="T1" fmla="*/ 0 h 9"/>
                <a:gd name="T2" fmla="*/ 57 w 77"/>
                <a:gd name="T3" fmla="*/ 0 h 9"/>
                <a:gd name="T4" fmla="*/ 38 w 77"/>
                <a:gd name="T5" fmla="*/ 2 h 9"/>
                <a:gd name="T6" fmla="*/ 19 w 77"/>
                <a:gd name="T7" fmla="*/ 5 h 9"/>
                <a:gd name="T8" fmla="*/ 0 w 77"/>
                <a:gd name="T9" fmla="*/ 9 h 9"/>
                <a:gd name="T10" fmla="*/ 10 w 77"/>
                <a:gd name="T11" fmla="*/ 7 h 9"/>
                <a:gd name="T12" fmla="*/ 20 w 77"/>
                <a:gd name="T13" fmla="*/ 6 h 9"/>
                <a:gd name="T14" fmla="*/ 39 w 77"/>
                <a:gd name="T15" fmla="*/ 4 h 9"/>
                <a:gd name="T16" fmla="*/ 58 w 77"/>
                <a:gd name="T17" fmla="*/ 2 h 9"/>
                <a:gd name="T18" fmla="*/ 67 w 77"/>
                <a:gd name="T19" fmla="*/ 1 h 9"/>
                <a:gd name="T20" fmla="*/ 77 w 77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7" h="9">
                  <a:moveTo>
                    <a:pt x="77" y="0"/>
                  </a:moveTo>
                  <a:cubicBezTo>
                    <a:pt x="70" y="0"/>
                    <a:pt x="64" y="0"/>
                    <a:pt x="57" y="0"/>
                  </a:cubicBezTo>
                  <a:cubicBezTo>
                    <a:pt x="51" y="1"/>
                    <a:pt x="45" y="1"/>
                    <a:pt x="38" y="2"/>
                  </a:cubicBezTo>
                  <a:cubicBezTo>
                    <a:pt x="32" y="3"/>
                    <a:pt x="26" y="4"/>
                    <a:pt x="19" y="5"/>
                  </a:cubicBezTo>
                  <a:cubicBezTo>
                    <a:pt x="13" y="6"/>
                    <a:pt x="7" y="7"/>
                    <a:pt x="0" y="9"/>
                  </a:cubicBezTo>
                  <a:cubicBezTo>
                    <a:pt x="4" y="8"/>
                    <a:pt x="7" y="8"/>
                    <a:pt x="10" y="7"/>
                  </a:cubicBezTo>
                  <a:cubicBezTo>
                    <a:pt x="13" y="7"/>
                    <a:pt x="16" y="7"/>
                    <a:pt x="20" y="6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58" y="2"/>
                    <a:pt x="58" y="2"/>
                    <a:pt x="58" y="2"/>
                  </a:cubicBezTo>
                  <a:cubicBezTo>
                    <a:pt x="67" y="1"/>
                    <a:pt x="67" y="1"/>
                    <a:pt x="67" y="1"/>
                  </a:cubicBezTo>
                  <a:cubicBezTo>
                    <a:pt x="70" y="0"/>
                    <a:pt x="74" y="0"/>
                    <a:pt x="77" y="0"/>
                  </a:cubicBezTo>
                  <a:close/>
                </a:path>
              </a:pathLst>
            </a:custGeom>
            <a:solidFill>
              <a:srgbClr val="443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87"/>
            <p:cNvSpPr/>
            <p:nvPr/>
          </p:nvSpPr>
          <p:spPr bwMode="auto">
            <a:xfrm>
              <a:off x="2321232" y="4290425"/>
              <a:ext cx="152400" cy="423863"/>
            </a:xfrm>
            <a:custGeom>
              <a:avLst/>
              <a:gdLst>
                <a:gd name="T0" fmla="*/ 107 w 205"/>
                <a:gd name="T1" fmla="*/ 528 h 565"/>
                <a:gd name="T2" fmla="*/ 205 w 205"/>
                <a:gd name="T3" fmla="*/ 321 h 565"/>
                <a:gd name="T4" fmla="*/ 87 w 205"/>
                <a:gd name="T5" fmla="*/ 126 h 565"/>
                <a:gd name="T6" fmla="*/ 1 w 205"/>
                <a:gd name="T7" fmla="*/ 295 h 565"/>
                <a:gd name="T8" fmla="*/ 107 w 205"/>
                <a:gd name="T9" fmla="*/ 528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5" h="565">
                  <a:moveTo>
                    <a:pt x="107" y="528"/>
                  </a:moveTo>
                  <a:cubicBezTo>
                    <a:pt x="146" y="565"/>
                    <a:pt x="205" y="435"/>
                    <a:pt x="205" y="321"/>
                  </a:cubicBezTo>
                  <a:cubicBezTo>
                    <a:pt x="205" y="207"/>
                    <a:pt x="141" y="126"/>
                    <a:pt x="87" y="126"/>
                  </a:cubicBezTo>
                  <a:cubicBezTo>
                    <a:pt x="33" y="126"/>
                    <a:pt x="0" y="0"/>
                    <a:pt x="1" y="295"/>
                  </a:cubicBezTo>
                  <a:cubicBezTo>
                    <a:pt x="1" y="410"/>
                    <a:pt x="101" y="522"/>
                    <a:pt x="107" y="528"/>
                  </a:cubicBezTo>
                  <a:close/>
                </a:path>
              </a:pathLst>
            </a:custGeom>
            <a:solidFill>
              <a:srgbClr val="CE09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88"/>
            <p:cNvSpPr/>
            <p:nvPr/>
          </p:nvSpPr>
          <p:spPr bwMode="auto">
            <a:xfrm>
              <a:off x="2314882" y="4503150"/>
              <a:ext cx="93663" cy="165100"/>
            </a:xfrm>
            <a:custGeom>
              <a:avLst/>
              <a:gdLst>
                <a:gd name="T0" fmla="*/ 1 w 125"/>
                <a:gd name="T1" fmla="*/ 108 h 222"/>
                <a:gd name="T2" fmla="*/ 103 w 125"/>
                <a:gd name="T3" fmla="*/ 43 h 222"/>
                <a:gd name="T4" fmla="*/ 125 w 125"/>
                <a:gd name="T5" fmla="*/ 222 h 222"/>
                <a:gd name="T6" fmla="*/ 1 w 125"/>
                <a:gd name="T7" fmla="*/ 108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5" h="222">
                  <a:moveTo>
                    <a:pt x="1" y="108"/>
                  </a:moveTo>
                  <a:cubicBezTo>
                    <a:pt x="0" y="0"/>
                    <a:pt x="91" y="22"/>
                    <a:pt x="103" y="43"/>
                  </a:cubicBezTo>
                  <a:cubicBezTo>
                    <a:pt x="125" y="82"/>
                    <a:pt x="125" y="222"/>
                    <a:pt x="125" y="222"/>
                  </a:cubicBezTo>
                  <a:cubicBezTo>
                    <a:pt x="16" y="215"/>
                    <a:pt x="1" y="108"/>
                    <a:pt x="1" y="108"/>
                  </a:cubicBezTo>
                  <a:close/>
                </a:path>
              </a:pathLst>
            </a:custGeom>
            <a:solidFill>
              <a:srgbClr val="F9DA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6" name="Freeform 89"/>
            <p:cNvSpPr/>
            <p:nvPr/>
          </p:nvSpPr>
          <p:spPr bwMode="auto">
            <a:xfrm>
              <a:off x="2354570" y="4250738"/>
              <a:ext cx="500063" cy="538163"/>
            </a:xfrm>
            <a:custGeom>
              <a:avLst/>
              <a:gdLst>
                <a:gd name="T0" fmla="*/ 37 w 666"/>
                <a:gd name="T1" fmla="*/ 443 h 719"/>
                <a:gd name="T2" fmla="*/ 371 w 666"/>
                <a:gd name="T3" fmla="*/ 719 h 719"/>
                <a:gd name="T4" fmla="*/ 666 w 666"/>
                <a:gd name="T5" fmla="*/ 418 h 719"/>
                <a:gd name="T6" fmla="*/ 307 w 666"/>
                <a:gd name="T7" fmla="*/ 12 h 719"/>
                <a:gd name="T8" fmla="*/ 37 w 666"/>
                <a:gd name="T9" fmla="*/ 443 h 7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6" h="719">
                  <a:moveTo>
                    <a:pt x="37" y="443"/>
                  </a:moveTo>
                  <a:cubicBezTo>
                    <a:pt x="37" y="595"/>
                    <a:pt x="187" y="719"/>
                    <a:pt x="371" y="719"/>
                  </a:cubicBezTo>
                  <a:cubicBezTo>
                    <a:pt x="556" y="719"/>
                    <a:pt x="666" y="570"/>
                    <a:pt x="666" y="418"/>
                  </a:cubicBezTo>
                  <a:cubicBezTo>
                    <a:pt x="666" y="265"/>
                    <a:pt x="626" y="25"/>
                    <a:pt x="307" y="12"/>
                  </a:cubicBezTo>
                  <a:cubicBezTo>
                    <a:pt x="0" y="0"/>
                    <a:pt x="37" y="291"/>
                    <a:pt x="37" y="443"/>
                  </a:cubicBezTo>
                  <a:close/>
                </a:path>
              </a:pathLst>
            </a:custGeom>
            <a:solidFill>
              <a:srgbClr val="F9DA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Freeform 90"/>
            <p:cNvSpPr/>
            <p:nvPr/>
          </p:nvSpPr>
          <p:spPr bwMode="auto">
            <a:xfrm>
              <a:off x="2706995" y="4504738"/>
              <a:ext cx="122238" cy="120650"/>
            </a:xfrm>
            <a:custGeom>
              <a:avLst/>
              <a:gdLst>
                <a:gd name="T0" fmla="*/ 13 w 162"/>
                <a:gd name="T1" fmla="*/ 103 h 161"/>
                <a:gd name="T2" fmla="*/ 104 w 162"/>
                <a:gd name="T3" fmla="*/ 149 h 161"/>
                <a:gd name="T4" fmla="*/ 150 w 162"/>
                <a:gd name="T5" fmla="*/ 58 h 161"/>
                <a:gd name="T6" fmla="*/ 59 w 162"/>
                <a:gd name="T7" fmla="*/ 12 h 161"/>
                <a:gd name="T8" fmla="*/ 13 w 162"/>
                <a:gd name="T9" fmla="*/ 103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" h="161">
                  <a:moveTo>
                    <a:pt x="13" y="103"/>
                  </a:moveTo>
                  <a:cubicBezTo>
                    <a:pt x="25" y="141"/>
                    <a:pt x="66" y="161"/>
                    <a:pt x="104" y="149"/>
                  </a:cubicBezTo>
                  <a:cubicBezTo>
                    <a:pt x="142" y="137"/>
                    <a:pt x="162" y="96"/>
                    <a:pt x="150" y="58"/>
                  </a:cubicBezTo>
                  <a:cubicBezTo>
                    <a:pt x="137" y="20"/>
                    <a:pt x="97" y="0"/>
                    <a:pt x="59" y="12"/>
                  </a:cubicBezTo>
                  <a:cubicBezTo>
                    <a:pt x="21" y="24"/>
                    <a:pt x="0" y="65"/>
                    <a:pt x="13" y="103"/>
                  </a:cubicBezTo>
                  <a:close/>
                </a:path>
              </a:pathLst>
            </a:custGeom>
            <a:solidFill>
              <a:srgbClr val="FD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8" name="Freeform 91"/>
            <p:cNvSpPr/>
            <p:nvPr/>
          </p:nvSpPr>
          <p:spPr bwMode="auto">
            <a:xfrm>
              <a:off x="2743507" y="4530138"/>
              <a:ext cx="74613" cy="74613"/>
            </a:xfrm>
            <a:custGeom>
              <a:avLst/>
              <a:gdLst>
                <a:gd name="T0" fmla="*/ 8 w 100"/>
                <a:gd name="T1" fmla="*/ 64 h 100"/>
                <a:gd name="T2" fmla="*/ 64 w 100"/>
                <a:gd name="T3" fmla="*/ 92 h 100"/>
                <a:gd name="T4" fmla="*/ 93 w 100"/>
                <a:gd name="T5" fmla="*/ 36 h 100"/>
                <a:gd name="T6" fmla="*/ 36 w 100"/>
                <a:gd name="T7" fmla="*/ 7 h 100"/>
                <a:gd name="T8" fmla="*/ 8 w 100"/>
                <a:gd name="T9" fmla="*/ 6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100">
                  <a:moveTo>
                    <a:pt x="8" y="64"/>
                  </a:moveTo>
                  <a:cubicBezTo>
                    <a:pt x="15" y="87"/>
                    <a:pt x="41" y="100"/>
                    <a:pt x="64" y="92"/>
                  </a:cubicBezTo>
                  <a:cubicBezTo>
                    <a:pt x="88" y="84"/>
                    <a:pt x="100" y="59"/>
                    <a:pt x="93" y="36"/>
                  </a:cubicBezTo>
                  <a:cubicBezTo>
                    <a:pt x="85" y="12"/>
                    <a:pt x="60" y="0"/>
                    <a:pt x="36" y="7"/>
                  </a:cubicBezTo>
                  <a:cubicBezTo>
                    <a:pt x="13" y="15"/>
                    <a:pt x="0" y="40"/>
                    <a:pt x="8" y="64"/>
                  </a:cubicBezTo>
                  <a:close/>
                </a:path>
              </a:pathLst>
            </a:custGeom>
            <a:solidFill>
              <a:srgbClr val="443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9" name="Freeform 92"/>
            <p:cNvSpPr/>
            <p:nvPr/>
          </p:nvSpPr>
          <p:spPr bwMode="auto">
            <a:xfrm>
              <a:off x="2313295" y="4104688"/>
              <a:ext cx="630238" cy="506413"/>
            </a:xfrm>
            <a:custGeom>
              <a:avLst/>
              <a:gdLst>
                <a:gd name="T0" fmla="*/ 119 w 841"/>
                <a:gd name="T1" fmla="*/ 305 h 675"/>
                <a:gd name="T2" fmla="*/ 237 w 841"/>
                <a:gd name="T3" fmla="*/ 215 h 675"/>
                <a:gd name="T4" fmla="*/ 237 w 841"/>
                <a:gd name="T5" fmla="*/ 215 h 675"/>
                <a:gd name="T6" fmla="*/ 654 w 841"/>
                <a:gd name="T7" fmla="*/ 0 h 675"/>
                <a:gd name="T8" fmla="*/ 839 w 841"/>
                <a:gd name="T9" fmla="*/ 253 h 675"/>
                <a:gd name="T10" fmla="*/ 595 w 841"/>
                <a:gd name="T11" fmla="*/ 466 h 675"/>
                <a:gd name="T12" fmla="*/ 182 w 841"/>
                <a:gd name="T13" fmla="*/ 430 h 675"/>
                <a:gd name="T14" fmla="*/ 182 w 841"/>
                <a:gd name="T15" fmla="*/ 432 h 675"/>
                <a:gd name="T16" fmla="*/ 156 w 841"/>
                <a:gd name="T17" fmla="*/ 675 h 675"/>
                <a:gd name="T18" fmla="*/ 27 w 841"/>
                <a:gd name="T19" fmla="*/ 397 h 675"/>
                <a:gd name="T20" fmla="*/ 119 w 841"/>
                <a:gd name="T21" fmla="*/ 305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1" h="675">
                  <a:moveTo>
                    <a:pt x="119" y="305"/>
                  </a:moveTo>
                  <a:cubicBezTo>
                    <a:pt x="130" y="272"/>
                    <a:pt x="169" y="237"/>
                    <a:pt x="237" y="215"/>
                  </a:cubicBezTo>
                  <a:cubicBezTo>
                    <a:pt x="237" y="215"/>
                    <a:pt x="237" y="215"/>
                    <a:pt x="237" y="215"/>
                  </a:cubicBezTo>
                  <a:cubicBezTo>
                    <a:pt x="327" y="184"/>
                    <a:pt x="678" y="206"/>
                    <a:pt x="654" y="0"/>
                  </a:cubicBezTo>
                  <a:cubicBezTo>
                    <a:pt x="654" y="0"/>
                    <a:pt x="841" y="52"/>
                    <a:pt x="839" y="253"/>
                  </a:cubicBezTo>
                  <a:cubicBezTo>
                    <a:pt x="838" y="375"/>
                    <a:pt x="738" y="452"/>
                    <a:pt x="595" y="466"/>
                  </a:cubicBezTo>
                  <a:cubicBezTo>
                    <a:pt x="489" y="476"/>
                    <a:pt x="277" y="482"/>
                    <a:pt x="182" y="430"/>
                  </a:cubicBezTo>
                  <a:cubicBezTo>
                    <a:pt x="182" y="431"/>
                    <a:pt x="182" y="432"/>
                    <a:pt x="182" y="432"/>
                  </a:cubicBezTo>
                  <a:cubicBezTo>
                    <a:pt x="182" y="503"/>
                    <a:pt x="189" y="675"/>
                    <a:pt x="156" y="675"/>
                  </a:cubicBezTo>
                  <a:cubicBezTo>
                    <a:pt x="123" y="674"/>
                    <a:pt x="70" y="497"/>
                    <a:pt x="27" y="397"/>
                  </a:cubicBezTo>
                  <a:cubicBezTo>
                    <a:pt x="0" y="334"/>
                    <a:pt x="84" y="307"/>
                    <a:pt x="119" y="305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0" name="Freeform 93"/>
            <p:cNvSpPr/>
            <p:nvPr/>
          </p:nvSpPr>
          <p:spPr bwMode="auto">
            <a:xfrm>
              <a:off x="2459345" y="4776200"/>
              <a:ext cx="273050" cy="104775"/>
            </a:xfrm>
            <a:custGeom>
              <a:avLst/>
              <a:gdLst>
                <a:gd name="T0" fmla="*/ 0 w 364"/>
                <a:gd name="T1" fmla="*/ 0 h 141"/>
                <a:gd name="T2" fmla="*/ 33 w 364"/>
                <a:gd name="T3" fmla="*/ 38 h 141"/>
                <a:gd name="T4" fmla="*/ 73 w 364"/>
                <a:gd name="T5" fmla="*/ 69 h 141"/>
                <a:gd name="T6" fmla="*/ 163 w 364"/>
                <a:gd name="T7" fmla="*/ 112 h 141"/>
                <a:gd name="T8" fmla="*/ 212 w 364"/>
                <a:gd name="T9" fmla="*/ 125 h 141"/>
                <a:gd name="T10" fmla="*/ 262 w 364"/>
                <a:gd name="T11" fmla="*/ 132 h 141"/>
                <a:gd name="T12" fmla="*/ 364 w 364"/>
                <a:gd name="T13" fmla="*/ 132 h 141"/>
                <a:gd name="T14" fmla="*/ 262 w 364"/>
                <a:gd name="T15" fmla="*/ 139 h 141"/>
                <a:gd name="T16" fmla="*/ 211 w 364"/>
                <a:gd name="T17" fmla="*/ 134 h 141"/>
                <a:gd name="T18" fmla="*/ 160 w 364"/>
                <a:gd name="T19" fmla="*/ 122 h 141"/>
                <a:gd name="T20" fmla="*/ 113 w 364"/>
                <a:gd name="T21" fmla="*/ 102 h 141"/>
                <a:gd name="T22" fmla="*/ 69 w 364"/>
                <a:gd name="T23" fmla="*/ 75 h 141"/>
                <a:gd name="T24" fmla="*/ 30 w 364"/>
                <a:gd name="T25" fmla="*/ 41 h 141"/>
                <a:gd name="T26" fmla="*/ 0 w 364"/>
                <a:gd name="T27" fmla="*/ 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4" h="141">
                  <a:moveTo>
                    <a:pt x="0" y="0"/>
                  </a:moveTo>
                  <a:cubicBezTo>
                    <a:pt x="10" y="14"/>
                    <a:pt x="21" y="26"/>
                    <a:pt x="33" y="38"/>
                  </a:cubicBezTo>
                  <a:cubicBezTo>
                    <a:pt x="46" y="49"/>
                    <a:pt x="59" y="59"/>
                    <a:pt x="73" y="69"/>
                  </a:cubicBezTo>
                  <a:cubicBezTo>
                    <a:pt x="101" y="88"/>
                    <a:pt x="131" y="102"/>
                    <a:pt x="163" y="112"/>
                  </a:cubicBezTo>
                  <a:cubicBezTo>
                    <a:pt x="179" y="118"/>
                    <a:pt x="196" y="122"/>
                    <a:pt x="212" y="125"/>
                  </a:cubicBezTo>
                  <a:cubicBezTo>
                    <a:pt x="229" y="128"/>
                    <a:pt x="245" y="130"/>
                    <a:pt x="262" y="132"/>
                  </a:cubicBezTo>
                  <a:cubicBezTo>
                    <a:pt x="296" y="134"/>
                    <a:pt x="330" y="134"/>
                    <a:pt x="364" y="132"/>
                  </a:cubicBezTo>
                  <a:cubicBezTo>
                    <a:pt x="330" y="138"/>
                    <a:pt x="296" y="141"/>
                    <a:pt x="262" y="139"/>
                  </a:cubicBezTo>
                  <a:cubicBezTo>
                    <a:pt x="245" y="138"/>
                    <a:pt x="228" y="137"/>
                    <a:pt x="211" y="134"/>
                  </a:cubicBezTo>
                  <a:cubicBezTo>
                    <a:pt x="194" y="131"/>
                    <a:pt x="177" y="127"/>
                    <a:pt x="160" y="122"/>
                  </a:cubicBezTo>
                  <a:cubicBezTo>
                    <a:pt x="144" y="116"/>
                    <a:pt x="128" y="110"/>
                    <a:pt x="113" y="102"/>
                  </a:cubicBezTo>
                  <a:cubicBezTo>
                    <a:pt x="97" y="94"/>
                    <a:pt x="82" y="85"/>
                    <a:pt x="69" y="75"/>
                  </a:cubicBezTo>
                  <a:cubicBezTo>
                    <a:pt x="55" y="65"/>
                    <a:pt x="42" y="53"/>
                    <a:pt x="30" y="41"/>
                  </a:cubicBezTo>
                  <a:cubicBezTo>
                    <a:pt x="19" y="28"/>
                    <a:pt x="8" y="15"/>
                    <a:pt x="0" y="0"/>
                  </a:cubicBezTo>
                  <a:close/>
                </a:path>
              </a:pathLst>
            </a:custGeom>
            <a:solidFill>
              <a:srgbClr val="443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1" name="Freeform 94"/>
            <p:cNvSpPr/>
            <p:nvPr/>
          </p:nvSpPr>
          <p:spPr bwMode="auto">
            <a:xfrm>
              <a:off x="2645082" y="4806363"/>
              <a:ext cx="125413" cy="26988"/>
            </a:xfrm>
            <a:custGeom>
              <a:avLst/>
              <a:gdLst>
                <a:gd name="T0" fmla="*/ 0 w 167"/>
                <a:gd name="T1" fmla="*/ 26 h 37"/>
                <a:gd name="T2" fmla="*/ 43 w 167"/>
                <a:gd name="T3" fmla="*/ 30 h 37"/>
                <a:gd name="T4" fmla="*/ 86 w 167"/>
                <a:gd name="T5" fmla="*/ 28 h 37"/>
                <a:gd name="T6" fmla="*/ 128 w 167"/>
                <a:gd name="T7" fmla="*/ 19 h 37"/>
                <a:gd name="T8" fmla="*/ 167 w 167"/>
                <a:gd name="T9" fmla="*/ 0 h 37"/>
                <a:gd name="T10" fmla="*/ 130 w 167"/>
                <a:gd name="T11" fmla="*/ 24 h 37"/>
                <a:gd name="T12" fmla="*/ 87 w 167"/>
                <a:gd name="T13" fmla="*/ 35 h 37"/>
                <a:gd name="T14" fmla="*/ 43 w 167"/>
                <a:gd name="T15" fmla="*/ 35 h 37"/>
                <a:gd name="T16" fmla="*/ 0 w 167"/>
                <a:gd name="T17" fmla="*/ 2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37">
                  <a:moveTo>
                    <a:pt x="0" y="26"/>
                  </a:moveTo>
                  <a:cubicBezTo>
                    <a:pt x="14" y="28"/>
                    <a:pt x="29" y="30"/>
                    <a:pt x="43" y="30"/>
                  </a:cubicBezTo>
                  <a:cubicBezTo>
                    <a:pt x="58" y="31"/>
                    <a:pt x="72" y="30"/>
                    <a:pt x="86" y="28"/>
                  </a:cubicBezTo>
                  <a:cubicBezTo>
                    <a:pt x="101" y="27"/>
                    <a:pt x="115" y="24"/>
                    <a:pt x="128" y="19"/>
                  </a:cubicBezTo>
                  <a:cubicBezTo>
                    <a:pt x="142" y="14"/>
                    <a:pt x="155" y="8"/>
                    <a:pt x="167" y="0"/>
                  </a:cubicBezTo>
                  <a:cubicBezTo>
                    <a:pt x="156" y="10"/>
                    <a:pt x="144" y="18"/>
                    <a:pt x="130" y="24"/>
                  </a:cubicBezTo>
                  <a:cubicBezTo>
                    <a:pt x="116" y="29"/>
                    <a:pt x="102" y="33"/>
                    <a:pt x="87" y="35"/>
                  </a:cubicBezTo>
                  <a:cubicBezTo>
                    <a:pt x="72" y="37"/>
                    <a:pt x="57" y="37"/>
                    <a:pt x="43" y="35"/>
                  </a:cubicBezTo>
                  <a:cubicBezTo>
                    <a:pt x="28" y="34"/>
                    <a:pt x="14" y="31"/>
                    <a:pt x="0" y="26"/>
                  </a:cubicBezTo>
                  <a:close/>
                </a:path>
              </a:pathLst>
            </a:custGeom>
            <a:solidFill>
              <a:srgbClr val="443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2" name="Freeform 95"/>
            <p:cNvSpPr/>
            <p:nvPr/>
          </p:nvSpPr>
          <p:spPr bwMode="auto">
            <a:xfrm>
              <a:off x="2508557" y="4522200"/>
              <a:ext cx="112713" cy="90488"/>
            </a:xfrm>
            <a:custGeom>
              <a:avLst/>
              <a:gdLst>
                <a:gd name="T0" fmla="*/ 141 w 151"/>
                <a:gd name="T1" fmla="*/ 49 h 120"/>
                <a:gd name="T2" fmla="*/ 40 w 151"/>
                <a:gd name="T3" fmla="*/ 5 h 120"/>
                <a:gd name="T4" fmla="*/ 28 w 151"/>
                <a:gd name="T5" fmla="*/ 25 h 120"/>
                <a:gd name="T6" fmla="*/ 106 w 151"/>
                <a:gd name="T7" fmla="*/ 58 h 120"/>
                <a:gd name="T8" fmla="*/ 13 w 151"/>
                <a:gd name="T9" fmla="*/ 94 h 120"/>
                <a:gd name="T10" fmla="*/ 19 w 151"/>
                <a:gd name="T11" fmla="*/ 115 h 120"/>
                <a:gd name="T12" fmla="*/ 138 w 151"/>
                <a:gd name="T13" fmla="*/ 70 h 120"/>
                <a:gd name="T14" fmla="*/ 141 w 151"/>
                <a:gd name="T15" fmla="*/ 49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1" h="120">
                  <a:moveTo>
                    <a:pt x="141" y="49"/>
                  </a:moveTo>
                  <a:cubicBezTo>
                    <a:pt x="107" y="35"/>
                    <a:pt x="74" y="20"/>
                    <a:pt x="40" y="5"/>
                  </a:cubicBezTo>
                  <a:cubicBezTo>
                    <a:pt x="27" y="0"/>
                    <a:pt x="15" y="19"/>
                    <a:pt x="28" y="25"/>
                  </a:cubicBezTo>
                  <a:cubicBezTo>
                    <a:pt x="54" y="36"/>
                    <a:pt x="80" y="47"/>
                    <a:pt x="106" y="58"/>
                  </a:cubicBezTo>
                  <a:cubicBezTo>
                    <a:pt x="75" y="70"/>
                    <a:pt x="44" y="82"/>
                    <a:pt x="13" y="94"/>
                  </a:cubicBezTo>
                  <a:cubicBezTo>
                    <a:pt x="0" y="99"/>
                    <a:pt x="6" y="120"/>
                    <a:pt x="19" y="115"/>
                  </a:cubicBezTo>
                  <a:cubicBezTo>
                    <a:pt x="59" y="100"/>
                    <a:pt x="99" y="85"/>
                    <a:pt x="138" y="70"/>
                  </a:cubicBezTo>
                  <a:cubicBezTo>
                    <a:pt x="146" y="67"/>
                    <a:pt x="151" y="54"/>
                    <a:pt x="141" y="49"/>
                  </a:cubicBezTo>
                  <a:close/>
                </a:path>
              </a:pathLst>
            </a:custGeom>
            <a:solidFill>
              <a:srgbClr val="443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3" name="Freeform 96"/>
            <p:cNvSpPr/>
            <p:nvPr/>
          </p:nvSpPr>
          <p:spPr bwMode="auto">
            <a:xfrm>
              <a:off x="2884795" y="4528550"/>
              <a:ext cx="571500" cy="125413"/>
            </a:xfrm>
            <a:custGeom>
              <a:avLst/>
              <a:gdLst>
                <a:gd name="T0" fmla="*/ 18 w 360"/>
                <a:gd name="T1" fmla="*/ 18 h 79"/>
                <a:gd name="T2" fmla="*/ 18 w 360"/>
                <a:gd name="T3" fmla="*/ 24 h 79"/>
                <a:gd name="T4" fmla="*/ 189 w 360"/>
                <a:gd name="T5" fmla="*/ 24 h 79"/>
                <a:gd name="T6" fmla="*/ 189 w 360"/>
                <a:gd name="T7" fmla="*/ 16 h 79"/>
                <a:gd name="T8" fmla="*/ 303 w 360"/>
                <a:gd name="T9" fmla="*/ 16 h 79"/>
                <a:gd name="T10" fmla="*/ 303 w 360"/>
                <a:gd name="T11" fmla="*/ 0 h 79"/>
                <a:gd name="T12" fmla="*/ 360 w 360"/>
                <a:gd name="T13" fmla="*/ 0 h 79"/>
                <a:gd name="T14" fmla="*/ 360 w 360"/>
                <a:gd name="T15" fmla="*/ 79 h 79"/>
                <a:gd name="T16" fmla="*/ 303 w 360"/>
                <a:gd name="T17" fmla="*/ 79 h 79"/>
                <a:gd name="T18" fmla="*/ 303 w 360"/>
                <a:gd name="T19" fmla="*/ 65 h 79"/>
                <a:gd name="T20" fmla="*/ 189 w 360"/>
                <a:gd name="T21" fmla="*/ 65 h 79"/>
                <a:gd name="T22" fmla="*/ 189 w 360"/>
                <a:gd name="T23" fmla="*/ 57 h 79"/>
                <a:gd name="T24" fmla="*/ 18 w 360"/>
                <a:gd name="T25" fmla="*/ 57 h 79"/>
                <a:gd name="T26" fmla="*/ 18 w 360"/>
                <a:gd name="T27" fmla="*/ 62 h 79"/>
                <a:gd name="T28" fmla="*/ 0 w 360"/>
                <a:gd name="T29" fmla="*/ 62 h 79"/>
                <a:gd name="T30" fmla="*/ 0 w 360"/>
                <a:gd name="T31" fmla="*/ 18 h 79"/>
                <a:gd name="T32" fmla="*/ 18 w 360"/>
                <a:gd name="T33" fmla="*/ 18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0" h="79">
                  <a:moveTo>
                    <a:pt x="18" y="18"/>
                  </a:moveTo>
                  <a:lnTo>
                    <a:pt x="18" y="24"/>
                  </a:lnTo>
                  <a:lnTo>
                    <a:pt x="189" y="24"/>
                  </a:lnTo>
                  <a:lnTo>
                    <a:pt x="189" y="16"/>
                  </a:lnTo>
                  <a:lnTo>
                    <a:pt x="303" y="16"/>
                  </a:lnTo>
                  <a:lnTo>
                    <a:pt x="303" y="0"/>
                  </a:lnTo>
                  <a:lnTo>
                    <a:pt x="360" y="0"/>
                  </a:lnTo>
                  <a:lnTo>
                    <a:pt x="360" y="79"/>
                  </a:lnTo>
                  <a:lnTo>
                    <a:pt x="303" y="79"/>
                  </a:lnTo>
                  <a:lnTo>
                    <a:pt x="303" y="65"/>
                  </a:lnTo>
                  <a:lnTo>
                    <a:pt x="189" y="65"/>
                  </a:lnTo>
                  <a:lnTo>
                    <a:pt x="189" y="57"/>
                  </a:lnTo>
                  <a:lnTo>
                    <a:pt x="18" y="57"/>
                  </a:lnTo>
                  <a:lnTo>
                    <a:pt x="18" y="62"/>
                  </a:lnTo>
                  <a:lnTo>
                    <a:pt x="0" y="62"/>
                  </a:lnTo>
                  <a:lnTo>
                    <a:pt x="0" y="18"/>
                  </a:lnTo>
                  <a:lnTo>
                    <a:pt x="18" y="18"/>
                  </a:lnTo>
                  <a:close/>
                </a:path>
              </a:pathLst>
            </a:custGeom>
            <a:solidFill>
              <a:srgbClr val="FD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4" name="Oval 97"/>
            <p:cNvSpPr>
              <a:spLocks noChangeArrowheads="1"/>
            </p:cNvSpPr>
            <p:nvPr/>
          </p:nvSpPr>
          <p:spPr bwMode="auto">
            <a:xfrm>
              <a:off x="2513320" y="4661900"/>
              <a:ext cx="122238" cy="96838"/>
            </a:xfrm>
            <a:prstGeom prst="ellipse">
              <a:avLst/>
            </a:prstGeom>
            <a:solidFill>
              <a:srgbClr val="CE09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" name="Freeform 98"/>
            <p:cNvSpPr/>
            <p:nvPr/>
          </p:nvSpPr>
          <p:spPr bwMode="auto">
            <a:xfrm>
              <a:off x="3108632" y="3652250"/>
              <a:ext cx="688975" cy="431800"/>
            </a:xfrm>
            <a:custGeom>
              <a:avLst/>
              <a:gdLst>
                <a:gd name="T0" fmla="*/ 106 w 920"/>
                <a:gd name="T1" fmla="*/ 460 h 577"/>
                <a:gd name="T2" fmla="*/ 106 w 920"/>
                <a:gd name="T3" fmla="*/ 577 h 577"/>
                <a:gd name="T4" fmla="*/ 227 w 920"/>
                <a:gd name="T5" fmla="*/ 577 h 577"/>
                <a:gd name="T6" fmla="*/ 227 w 920"/>
                <a:gd name="T7" fmla="*/ 460 h 577"/>
                <a:gd name="T8" fmla="*/ 349 w 920"/>
                <a:gd name="T9" fmla="*/ 460 h 577"/>
                <a:gd name="T10" fmla="*/ 349 w 920"/>
                <a:gd name="T11" fmla="*/ 577 h 577"/>
                <a:gd name="T12" fmla="*/ 470 w 920"/>
                <a:gd name="T13" fmla="*/ 577 h 577"/>
                <a:gd name="T14" fmla="*/ 470 w 920"/>
                <a:gd name="T15" fmla="*/ 460 h 577"/>
                <a:gd name="T16" fmla="*/ 477 w 920"/>
                <a:gd name="T17" fmla="*/ 460 h 577"/>
                <a:gd name="T18" fmla="*/ 592 w 920"/>
                <a:gd name="T19" fmla="*/ 460 h 577"/>
                <a:gd name="T20" fmla="*/ 599 w 920"/>
                <a:gd name="T21" fmla="*/ 460 h 577"/>
                <a:gd name="T22" fmla="*/ 599 w 920"/>
                <a:gd name="T23" fmla="*/ 577 h 577"/>
                <a:gd name="T24" fmla="*/ 720 w 920"/>
                <a:gd name="T25" fmla="*/ 577 h 577"/>
                <a:gd name="T26" fmla="*/ 720 w 920"/>
                <a:gd name="T27" fmla="*/ 460 h 577"/>
                <a:gd name="T28" fmla="*/ 842 w 920"/>
                <a:gd name="T29" fmla="*/ 460 h 577"/>
                <a:gd name="T30" fmla="*/ 842 w 920"/>
                <a:gd name="T31" fmla="*/ 577 h 577"/>
                <a:gd name="T32" fmla="*/ 904 w 920"/>
                <a:gd name="T33" fmla="*/ 577 h 577"/>
                <a:gd name="T34" fmla="*/ 920 w 920"/>
                <a:gd name="T35" fmla="*/ 460 h 577"/>
                <a:gd name="T36" fmla="*/ 460 w 920"/>
                <a:gd name="T37" fmla="*/ 0 h 577"/>
                <a:gd name="T38" fmla="*/ 0 w 920"/>
                <a:gd name="T39" fmla="*/ 460 h 577"/>
                <a:gd name="T40" fmla="*/ 104 w 920"/>
                <a:gd name="T41" fmla="*/ 460 h 577"/>
                <a:gd name="T42" fmla="*/ 106 w 920"/>
                <a:gd name="T43" fmla="*/ 460 h 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20" h="577">
                  <a:moveTo>
                    <a:pt x="106" y="460"/>
                  </a:moveTo>
                  <a:cubicBezTo>
                    <a:pt x="106" y="577"/>
                    <a:pt x="106" y="577"/>
                    <a:pt x="106" y="577"/>
                  </a:cubicBezTo>
                  <a:cubicBezTo>
                    <a:pt x="227" y="577"/>
                    <a:pt x="227" y="577"/>
                    <a:pt x="227" y="577"/>
                  </a:cubicBezTo>
                  <a:cubicBezTo>
                    <a:pt x="227" y="460"/>
                    <a:pt x="227" y="460"/>
                    <a:pt x="227" y="460"/>
                  </a:cubicBezTo>
                  <a:cubicBezTo>
                    <a:pt x="349" y="460"/>
                    <a:pt x="349" y="460"/>
                    <a:pt x="349" y="460"/>
                  </a:cubicBezTo>
                  <a:cubicBezTo>
                    <a:pt x="349" y="577"/>
                    <a:pt x="349" y="577"/>
                    <a:pt x="349" y="577"/>
                  </a:cubicBezTo>
                  <a:cubicBezTo>
                    <a:pt x="470" y="577"/>
                    <a:pt x="470" y="577"/>
                    <a:pt x="470" y="577"/>
                  </a:cubicBezTo>
                  <a:cubicBezTo>
                    <a:pt x="470" y="460"/>
                    <a:pt x="470" y="460"/>
                    <a:pt x="470" y="460"/>
                  </a:cubicBezTo>
                  <a:cubicBezTo>
                    <a:pt x="477" y="460"/>
                    <a:pt x="477" y="460"/>
                    <a:pt x="477" y="460"/>
                  </a:cubicBezTo>
                  <a:cubicBezTo>
                    <a:pt x="592" y="460"/>
                    <a:pt x="592" y="460"/>
                    <a:pt x="592" y="460"/>
                  </a:cubicBezTo>
                  <a:cubicBezTo>
                    <a:pt x="599" y="460"/>
                    <a:pt x="599" y="460"/>
                    <a:pt x="599" y="460"/>
                  </a:cubicBezTo>
                  <a:cubicBezTo>
                    <a:pt x="599" y="577"/>
                    <a:pt x="599" y="577"/>
                    <a:pt x="599" y="577"/>
                  </a:cubicBezTo>
                  <a:cubicBezTo>
                    <a:pt x="720" y="577"/>
                    <a:pt x="720" y="577"/>
                    <a:pt x="720" y="577"/>
                  </a:cubicBezTo>
                  <a:cubicBezTo>
                    <a:pt x="720" y="460"/>
                    <a:pt x="720" y="460"/>
                    <a:pt x="720" y="460"/>
                  </a:cubicBezTo>
                  <a:cubicBezTo>
                    <a:pt x="842" y="460"/>
                    <a:pt x="842" y="460"/>
                    <a:pt x="842" y="460"/>
                  </a:cubicBezTo>
                  <a:cubicBezTo>
                    <a:pt x="842" y="577"/>
                    <a:pt x="842" y="577"/>
                    <a:pt x="842" y="577"/>
                  </a:cubicBezTo>
                  <a:cubicBezTo>
                    <a:pt x="904" y="577"/>
                    <a:pt x="904" y="577"/>
                    <a:pt x="904" y="577"/>
                  </a:cubicBezTo>
                  <a:cubicBezTo>
                    <a:pt x="914" y="540"/>
                    <a:pt x="920" y="501"/>
                    <a:pt x="920" y="460"/>
                  </a:cubicBezTo>
                  <a:cubicBezTo>
                    <a:pt x="920" y="206"/>
                    <a:pt x="714" y="0"/>
                    <a:pt x="460" y="0"/>
                  </a:cubicBezTo>
                  <a:cubicBezTo>
                    <a:pt x="206" y="0"/>
                    <a:pt x="0" y="206"/>
                    <a:pt x="0" y="460"/>
                  </a:cubicBezTo>
                  <a:cubicBezTo>
                    <a:pt x="104" y="460"/>
                    <a:pt x="104" y="460"/>
                    <a:pt x="104" y="460"/>
                  </a:cubicBezTo>
                  <a:lnTo>
                    <a:pt x="106" y="460"/>
                  </a:lnTo>
                  <a:close/>
                </a:path>
              </a:pathLst>
            </a:custGeom>
            <a:solidFill>
              <a:srgbClr val="FD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" name="Rectangle 99"/>
            <p:cNvSpPr>
              <a:spLocks noChangeArrowheads="1"/>
            </p:cNvSpPr>
            <p:nvPr/>
          </p:nvSpPr>
          <p:spPr bwMode="auto">
            <a:xfrm>
              <a:off x="3321357" y="3768138"/>
              <a:ext cx="9525" cy="339725"/>
            </a:xfrm>
            <a:prstGeom prst="rect">
              <a:avLst/>
            </a:prstGeom>
            <a:solidFill>
              <a:srgbClr val="9B9B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" name="Freeform 100"/>
            <p:cNvSpPr/>
            <p:nvPr/>
          </p:nvSpPr>
          <p:spPr bwMode="auto">
            <a:xfrm>
              <a:off x="3330882" y="3768138"/>
              <a:ext cx="288925" cy="158750"/>
            </a:xfrm>
            <a:custGeom>
              <a:avLst/>
              <a:gdLst>
                <a:gd name="T0" fmla="*/ 0 w 182"/>
                <a:gd name="T1" fmla="*/ 0 h 100"/>
                <a:gd name="T2" fmla="*/ 0 w 182"/>
                <a:gd name="T3" fmla="*/ 100 h 100"/>
                <a:gd name="T4" fmla="*/ 182 w 182"/>
                <a:gd name="T5" fmla="*/ 0 h 100"/>
                <a:gd name="T6" fmla="*/ 0 w 182"/>
                <a:gd name="T7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2" h="100">
                  <a:moveTo>
                    <a:pt x="0" y="0"/>
                  </a:moveTo>
                  <a:lnTo>
                    <a:pt x="0" y="100"/>
                  </a:lnTo>
                  <a:lnTo>
                    <a:pt x="18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" name="Freeform 101"/>
            <p:cNvSpPr/>
            <p:nvPr/>
          </p:nvSpPr>
          <p:spPr bwMode="auto">
            <a:xfrm>
              <a:off x="3056245" y="3996738"/>
              <a:ext cx="728663" cy="344488"/>
            </a:xfrm>
            <a:custGeom>
              <a:avLst/>
              <a:gdLst>
                <a:gd name="T0" fmla="*/ 107 w 973"/>
                <a:gd name="T1" fmla="*/ 182 h 460"/>
                <a:gd name="T2" fmla="*/ 0 w 973"/>
                <a:gd name="T3" fmla="*/ 460 h 460"/>
                <a:gd name="T4" fmla="*/ 225 w 973"/>
                <a:gd name="T5" fmla="*/ 344 h 460"/>
                <a:gd name="T6" fmla="*/ 529 w 973"/>
                <a:gd name="T7" fmla="*/ 460 h 460"/>
                <a:gd name="T8" fmla="*/ 973 w 973"/>
                <a:gd name="T9" fmla="*/ 117 h 460"/>
                <a:gd name="T10" fmla="*/ 911 w 973"/>
                <a:gd name="T11" fmla="*/ 117 h 460"/>
                <a:gd name="T12" fmla="*/ 911 w 973"/>
                <a:gd name="T13" fmla="*/ 0 h 460"/>
                <a:gd name="T14" fmla="*/ 789 w 973"/>
                <a:gd name="T15" fmla="*/ 0 h 460"/>
                <a:gd name="T16" fmla="*/ 789 w 973"/>
                <a:gd name="T17" fmla="*/ 117 h 460"/>
                <a:gd name="T18" fmla="*/ 668 w 973"/>
                <a:gd name="T19" fmla="*/ 117 h 460"/>
                <a:gd name="T20" fmla="*/ 668 w 973"/>
                <a:gd name="T21" fmla="*/ 0 h 460"/>
                <a:gd name="T22" fmla="*/ 661 w 973"/>
                <a:gd name="T23" fmla="*/ 0 h 460"/>
                <a:gd name="T24" fmla="*/ 546 w 973"/>
                <a:gd name="T25" fmla="*/ 0 h 460"/>
                <a:gd name="T26" fmla="*/ 539 w 973"/>
                <a:gd name="T27" fmla="*/ 0 h 460"/>
                <a:gd name="T28" fmla="*/ 539 w 973"/>
                <a:gd name="T29" fmla="*/ 117 h 460"/>
                <a:gd name="T30" fmla="*/ 418 w 973"/>
                <a:gd name="T31" fmla="*/ 117 h 460"/>
                <a:gd name="T32" fmla="*/ 418 w 973"/>
                <a:gd name="T33" fmla="*/ 0 h 460"/>
                <a:gd name="T34" fmla="*/ 296 w 973"/>
                <a:gd name="T35" fmla="*/ 0 h 460"/>
                <a:gd name="T36" fmla="*/ 296 w 973"/>
                <a:gd name="T37" fmla="*/ 117 h 460"/>
                <a:gd name="T38" fmla="*/ 175 w 973"/>
                <a:gd name="T39" fmla="*/ 117 h 460"/>
                <a:gd name="T40" fmla="*/ 175 w 973"/>
                <a:gd name="T41" fmla="*/ 0 h 460"/>
                <a:gd name="T42" fmla="*/ 173 w 973"/>
                <a:gd name="T43" fmla="*/ 0 h 460"/>
                <a:gd name="T44" fmla="*/ 69 w 973"/>
                <a:gd name="T45" fmla="*/ 0 h 460"/>
                <a:gd name="T46" fmla="*/ 69 w 973"/>
                <a:gd name="T47" fmla="*/ 0 h 460"/>
                <a:gd name="T48" fmla="*/ 107 w 973"/>
                <a:gd name="T49" fmla="*/ 182 h 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973" h="460">
                  <a:moveTo>
                    <a:pt x="107" y="182"/>
                  </a:moveTo>
                  <a:cubicBezTo>
                    <a:pt x="0" y="460"/>
                    <a:pt x="0" y="460"/>
                    <a:pt x="0" y="460"/>
                  </a:cubicBezTo>
                  <a:cubicBezTo>
                    <a:pt x="225" y="344"/>
                    <a:pt x="225" y="344"/>
                    <a:pt x="225" y="344"/>
                  </a:cubicBezTo>
                  <a:cubicBezTo>
                    <a:pt x="306" y="416"/>
                    <a:pt x="412" y="460"/>
                    <a:pt x="529" y="460"/>
                  </a:cubicBezTo>
                  <a:cubicBezTo>
                    <a:pt x="742" y="460"/>
                    <a:pt x="922" y="314"/>
                    <a:pt x="973" y="117"/>
                  </a:cubicBezTo>
                  <a:cubicBezTo>
                    <a:pt x="911" y="117"/>
                    <a:pt x="911" y="117"/>
                    <a:pt x="911" y="117"/>
                  </a:cubicBezTo>
                  <a:cubicBezTo>
                    <a:pt x="911" y="0"/>
                    <a:pt x="911" y="0"/>
                    <a:pt x="911" y="0"/>
                  </a:cubicBezTo>
                  <a:cubicBezTo>
                    <a:pt x="789" y="0"/>
                    <a:pt x="789" y="0"/>
                    <a:pt x="789" y="0"/>
                  </a:cubicBezTo>
                  <a:cubicBezTo>
                    <a:pt x="789" y="117"/>
                    <a:pt x="789" y="117"/>
                    <a:pt x="789" y="117"/>
                  </a:cubicBezTo>
                  <a:cubicBezTo>
                    <a:pt x="668" y="117"/>
                    <a:pt x="668" y="117"/>
                    <a:pt x="668" y="117"/>
                  </a:cubicBezTo>
                  <a:cubicBezTo>
                    <a:pt x="668" y="0"/>
                    <a:pt x="668" y="0"/>
                    <a:pt x="668" y="0"/>
                  </a:cubicBezTo>
                  <a:cubicBezTo>
                    <a:pt x="661" y="0"/>
                    <a:pt x="661" y="0"/>
                    <a:pt x="661" y="0"/>
                  </a:cubicBezTo>
                  <a:cubicBezTo>
                    <a:pt x="546" y="0"/>
                    <a:pt x="546" y="0"/>
                    <a:pt x="546" y="0"/>
                  </a:cubicBezTo>
                  <a:cubicBezTo>
                    <a:pt x="539" y="0"/>
                    <a:pt x="539" y="0"/>
                    <a:pt x="539" y="0"/>
                  </a:cubicBezTo>
                  <a:cubicBezTo>
                    <a:pt x="539" y="117"/>
                    <a:pt x="539" y="117"/>
                    <a:pt x="539" y="117"/>
                  </a:cubicBezTo>
                  <a:cubicBezTo>
                    <a:pt x="418" y="117"/>
                    <a:pt x="418" y="117"/>
                    <a:pt x="418" y="117"/>
                  </a:cubicBezTo>
                  <a:cubicBezTo>
                    <a:pt x="418" y="0"/>
                    <a:pt x="418" y="0"/>
                    <a:pt x="418" y="0"/>
                  </a:cubicBezTo>
                  <a:cubicBezTo>
                    <a:pt x="296" y="0"/>
                    <a:pt x="296" y="0"/>
                    <a:pt x="296" y="0"/>
                  </a:cubicBezTo>
                  <a:cubicBezTo>
                    <a:pt x="296" y="117"/>
                    <a:pt x="296" y="117"/>
                    <a:pt x="296" y="117"/>
                  </a:cubicBezTo>
                  <a:cubicBezTo>
                    <a:pt x="175" y="117"/>
                    <a:pt x="175" y="117"/>
                    <a:pt x="175" y="117"/>
                  </a:cubicBezTo>
                  <a:cubicBezTo>
                    <a:pt x="175" y="0"/>
                    <a:pt x="175" y="0"/>
                    <a:pt x="175" y="0"/>
                  </a:cubicBezTo>
                  <a:cubicBezTo>
                    <a:pt x="173" y="0"/>
                    <a:pt x="173" y="0"/>
                    <a:pt x="173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69" y="65"/>
                    <a:pt x="83" y="126"/>
                    <a:pt x="107" y="182"/>
                  </a:cubicBez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99" name="任意多边形 98"/>
          <p:cNvSpPr/>
          <p:nvPr/>
        </p:nvSpPr>
        <p:spPr>
          <a:xfrm>
            <a:off x="159779" y="793387"/>
            <a:ext cx="3014678" cy="527668"/>
          </a:xfrm>
          <a:custGeom>
            <a:avLst/>
            <a:gdLst>
              <a:gd name="connsiteX0" fmla="*/ 90913 w 4640437"/>
              <a:gd name="connsiteY0" fmla="*/ 0 h 752876"/>
              <a:gd name="connsiteX1" fmla="*/ 4263999 w 4640437"/>
              <a:gd name="connsiteY1" fmla="*/ 0 h 752876"/>
              <a:gd name="connsiteX2" fmla="*/ 4640437 w 4640437"/>
              <a:gd name="connsiteY2" fmla="*/ 376438 h 752876"/>
              <a:gd name="connsiteX3" fmla="*/ 4640436 w 4640437"/>
              <a:gd name="connsiteY3" fmla="*/ 376438 h 752876"/>
              <a:gd name="connsiteX4" fmla="*/ 4263998 w 4640437"/>
              <a:gd name="connsiteY4" fmla="*/ 752876 h 752876"/>
              <a:gd name="connsiteX5" fmla="*/ 90913 w 4640437"/>
              <a:gd name="connsiteY5" fmla="*/ 752875 h 752876"/>
              <a:gd name="connsiteX6" fmla="*/ 15048 w 4640437"/>
              <a:gd name="connsiteY6" fmla="*/ 745227 h 752876"/>
              <a:gd name="connsiteX7" fmla="*/ 0 w 4640437"/>
              <a:gd name="connsiteY7" fmla="*/ 740556 h 752876"/>
              <a:gd name="connsiteX8" fmla="*/ 0 w 4640437"/>
              <a:gd name="connsiteY8" fmla="*/ 12319 h 752876"/>
              <a:gd name="connsiteX9" fmla="*/ 15048 w 4640437"/>
              <a:gd name="connsiteY9" fmla="*/ 7648 h 752876"/>
              <a:gd name="connsiteX10" fmla="*/ 90913 w 4640437"/>
              <a:gd name="connsiteY10" fmla="*/ 0 h 752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640437" h="752876">
                <a:moveTo>
                  <a:pt x="90913" y="0"/>
                </a:moveTo>
                <a:lnTo>
                  <a:pt x="4263999" y="0"/>
                </a:lnTo>
                <a:cubicBezTo>
                  <a:pt x="4471900" y="0"/>
                  <a:pt x="4640437" y="168537"/>
                  <a:pt x="4640437" y="376438"/>
                </a:cubicBezTo>
                <a:lnTo>
                  <a:pt x="4640436" y="376438"/>
                </a:lnTo>
                <a:cubicBezTo>
                  <a:pt x="4640436" y="584339"/>
                  <a:pt x="4471899" y="752876"/>
                  <a:pt x="4263998" y="752876"/>
                </a:cubicBezTo>
                <a:lnTo>
                  <a:pt x="90913" y="752875"/>
                </a:lnTo>
                <a:cubicBezTo>
                  <a:pt x="64926" y="752875"/>
                  <a:pt x="39553" y="750242"/>
                  <a:pt x="15048" y="745227"/>
                </a:cubicBezTo>
                <a:lnTo>
                  <a:pt x="0" y="740556"/>
                </a:lnTo>
                <a:lnTo>
                  <a:pt x="0" y="12319"/>
                </a:lnTo>
                <a:lnTo>
                  <a:pt x="15048" y="7648"/>
                </a:lnTo>
                <a:cubicBezTo>
                  <a:pt x="39553" y="2633"/>
                  <a:pt x="64926" y="0"/>
                  <a:pt x="90913" y="0"/>
                </a:cubicBezTo>
                <a:close/>
              </a:path>
            </a:pathLst>
          </a:custGeom>
          <a:solidFill>
            <a:srgbClr val="FDB7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99"/>
          <p:cNvSpPr/>
          <p:nvPr/>
        </p:nvSpPr>
        <p:spPr>
          <a:xfrm>
            <a:off x="584401" y="857166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课程大纲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3" name="直接连接符 102"/>
          <p:cNvCxnSpPr/>
          <p:nvPr/>
        </p:nvCxnSpPr>
        <p:spPr>
          <a:xfrm>
            <a:off x="4747180" y="2548894"/>
            <a:ext cx="0" cy="2581233"/>
          </a:xfrm>
          <a:prstGeom prst="line">
            <a:avLst/>
          </a:prstGeom>
          <a:noFill/>
          <a:ln w="12700" cap="flat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4" name="矩形 103"/>
          <p:cNvSpPr/>
          <p:nvPr/>
        </p:nvSpPr>
        <p:spPr>
          <a:xfrm>
            <a:off x="5085908" y="2700454"/>
            <a:ext cx="3483518" cy="24006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900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 </a:t>
            </a:r>
            <a:r>
              <a:rPr lang="zh-CN" altLang="en-US" sz="2000" b="1" dirty="0">
                <a:solidFill>
                  <a:srgbClr val="FF900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性能测试是个</a:t>
            </a:r>
            <a:r>
              <a:rPr lang="zh-CN" altLang="en-US" sz="2000" b="1" dirty="0" smtClean="0">
                <a:solidFill>
                  <a:srgbClr val="FF900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啥</a:t>
            </a:r>
            <a:endParaRPr lang="zh-CN" altLang="en-US" sz="2000" b="1" dirty="0">
              <a:solidFill>
                <a:srgbClr val="FF900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900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PART 2 </a:t>
            </a:r>
            <a:r>
              <a:rPr lang="zh-CN" altLang="en-US" sz="2000" b="1" dirty="0">
                <a:solidFill>
                  <a:srgbClr val="FF900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性能测试的一般过程</a:t>
            </a:r>
            <a:endParaRPr lang="en-US" altLang="zh-CN" sz="2000" b="1" dirty="0">
              <a:solidFill>
                <a:srgbClr val="FF900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900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3 </a:t>
            </a:r>
            <a:r>
              <a:rPr lang="zh-CN" altLang="en-US" sz="2000" b="1" dirty="0">
                <a:solidFill>
                  <a:srgbClr val="FF900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需求分析的技巧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900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4 </a:t>
            </a:r>
            <a:r>
              <a:rPr lang="zh-CN" altLang="en-US" sz="2000" b="1" dirty="0">
                <a:solidFill>
                  <a:srgbClr val="FF900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测试结果分析方法</a:t>
            </a:r>
            <a:endParaRPr lang="en-US" altLang="zh-CN" sz="2000" b="1" dirty="0">
              <a:solidFill>
                <a:srgbClr val="FF900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900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5 </a:t>
            </a:r>
            <a:r>
              <a:rPr lang="zh-CN" altLang="en-US" sz="2000" b="1" dirty="0">
                <a:solidFill>
                  <a:srgbClr val="FF900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分享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4"/>
          <p:cNvGrpSpPr>
            <a:grpSpLocks noChangeAspect="1"/>
          </p:cNvGrpSpPr>
          <p:nvPr/>
        </p:nvGrpSpPr>
        <p:grpSpPr bwMode="auto">
          <a:xfrm>
            <a:off x="1179156" y="1134621"/>
            <a:ext cx="1825625" cy="3994150"/>
            <a:chOff x="1529" y="9"/>
            <a:chExt cx="1150" cy="2516"/>
          </a:xfrm>
        </p:grpSpPr>
        <p:sp>
          <p:nvSpPr>
            <p:cNvPr id="11" name="AutoShape 3"/>
            <p:cNvSpPr>
              <a:spLocks noChangeAspect="1" noChangeArrowheads="1" noTextEdit="1"/>
            </p:cNvSpPr>
            <p:nvPr/>
          </p:nvSpPr>
          <p:spPr bwMode="auto">
            <a:xfrm>
              <a:off x="1529" y="9"/>
              <a:ext cx="1150" cy="2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Oval 5"/>
            <p:cNvSpPr>
              <a:spLocks noChangeArrowheads="1"/>
            </p:cNvSpPr>
            <p:nvPr/>
          </p:nvSpPr>
          <p:spPr bwMode="auto">
            <a:xfrm>
              <a:off x="1664" y="2417"/>
              <a:ext cx="880" cy="107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6"/>
            <p:cNvSpPr/>
            <p:nvPr/>
          </p:nvSpPr>
          <p:spPr bwMode="auto">
            <a:xfrm>
              <a:off x="1530" y="10"/>
              <a:ext cx="1149" cy="2463"/>
            </a:xfrm>
            <a:custGeom>
              <a:avLst/>
              <a:gdLst>
                <a:gd name="T0" fmla="*/ 936 w 1149"/>
                <a:gd name="T1" fmla="*/ 1834 h 2463"/>
                <a:gd name="T2" fmla="*/ 701 w 1149"/>
                <a:gd name="T3" fmla="*/ 1805 h 2463"/>
                <a:gd name="T4" fmla="*/ 701 w 1149"/>
                <a:gd name="T5" fmla="*/ 1590 h 2463"/>
                <a:gd name="T6" fmla="*/ 766 w 1149"/>
                <a:gd name="T7" fmla="*/ 1589 h 2463"/>
                <a:gd name="T8" fmla="*/ 801 w 1149"/>
                <a:gd name="T9" fmla="*/ 1281 h 2463"/>
                <a:gd name="T10" fmla="*/ 701 w 1149"/>
                <a:gd name="T11" fmla="*/ 1292 h 2463"/>
                <a:gd name="T12" fmla="*/ 701 w 1149"/>
                <a:gd name="T13" fmla="*/ 1067 h 2463"/>
                <a:gd name="T14" fmla="*/ 981 w 1149"/>
                <a:gd name="T15" fmla="*/ 902 h 2463"/>
                <a:gd name="T16" fmla="*/ 1038 w 1149"/>
                <a:gd name="T17" fmla="*/ 1044 h 2463"/>
                <a:gd name="T18" fmla="*/ 1149 w 1149"/>
                <a:gd name="T19" fmla="*/ 688 h 2463"/>
                <a:gd name="T20" fmla="*/ 846 w 1149"/>
                <a:gd name="T21" fmla="*/ 532 h 2463"/>
                <a:gd name="T22" fmla="*/ 901 w 1149"/>
                <a:gd name="T23" fmla="*/ 683 h 2463"/>
                <a:gd name="T24" fmla="*/ 701 w 1149"/>
                <a:gd name="T25" fmla="*/ 772 h 2463"/>
                <a:gd name="T26" fmla="*/ 701 w 1149"/>
                <a:gd name="T27" fmla="*/ 563 h 2463"/>
                <a:gd name="T28" fmla="*/ 757 w 1149"/>
                <a:gd name="T29" fmla="*/ 582 h 2463"/>
                <a:gd name="T30" fmla="*/ 887 w 1149"/>
                <a:gd name="T31" fmla="*/ 287 h 2463"/>
                <a:gd name="T32" fmla="*/ 325 w 1149"/>
                <a:gd name="T33" fmla="*/ 157 h 2463"/>
                <a:gd name="T34" fmla="*/ 387 w 1149"/>
                <a:gd name="T35" fmla="*/ 0 h 2463"/>
                <a:gd name="T36" fmla="*/ 26 w 1149"/>
                <a:gd name="T37" fmla="*/ 201 h 2463"/>
                <a:gd name="T38" fmla="*/ 150 w 1149"/>
                <a:gd name="T39" fmla="*/ 558 h 2463"/>
                <a:gd name="T40" fmla="*/ 222 w 1149"/>
                <a:gd name="T41" fmla="*/ 395 h 2463"/>
                <a:gd name="T42" fmla="*/ 569 w 1149"/>
                <a:gd name="T43" fmla="*/ 516 h 2463"/>
                <a:gd name="T44" fmla="*/ 569 w 1149"/>
                <a:gd name="T45" fmla="*/ 831 h 2463"/>
                <a:gd name="T46" fmla="*/ 434 w 1149"/>
                <a:gd name="T47" fmla="*/ 893 h 2463"/>
                <a:gd name="T48" fmla="*/ 533 w 1149"/>
                <a:gd name="T49" fmla="*/ 1166 h 2463"/>
                <a:gd name="T50" fmla="*/ 569 w 1149"/>
                <a:gd name="T51" fmla="*/ 1144 h 2463"/>
                <a:gd name="T52" fmla="*/ 569 w 1149"/>
                <a:gd name="T53" fmla="*/ 1307 h 2463"/>
                <a:gd name="T54" fmla="*/ 234 w 1149"/>
                <a:gd name="T55" fmla="*/ 1344 h 2463"/>
                <a:gd name="T56" fmla="*/ 201 w 1149"/>
                <a:gd name="T57" fmla="*/ 1168 h 2463"/>
                <a:gd name="T58" fmla="*/ 0 w 1149"/>
                <a:gd name="T59" fmla="*/ 1490 h 2463"/>
                <a:gd name="T60" fmla="*/ 308 w 1149"/>
                <a:gd name="T61" fmla="*/ 1769 h 2463"/>
                <a:gd name="T62" fmla="*/ 282 w 1149"/>
                <a:gd name="T63" fmla="*/ 1600 h 2463"/>
                <a:gd name="T64" fmla="*/ 569 w 1149"/>
                <a:gd name="T65" fmla="*/ 1594 h 2463"/>
                <a:gd name="T66" fmla="*/ 569 w 1149"/>
                <a:gd name="T67" fmla="*/ 1788 h 2463"/>
                <a:gd name="T68" fmla="*/ 476 w 1149"/>
                <a:gd name="T69" fmla="*/ 1777 h 2463"/>
                <a:gd name="T70" fmla="*/ 501 w 1149"/>
                <a:gd name="T71" fmla="*/ 2027 h 2463"/>
                <a:gd name="T72" fmla="*/ 569 w 1149"/>
                <a:gd name="T73" fmla="*/ 2030 h 2463"/>
                <a:gd name="T74" fmla="*/ 569 w 1149"/>
                <a:gd name="T75" fmla="*/ 2463 h 2463"/>
                <a:gd name="T76" fmla="*/ 701 w 1149"/>
                <a:gd name="T77" fmla="*/ 2463 h 2463"/>
                <a:gd name="T78" fmla="*/ 701 w 1149"/>
                <a:gd name="T79" fmla="*/ 2034 h 2463"/>
                <a:gd name="T80" fmla="*/ 894 w 1149"/>
                <a:gd name="T81" fmla="*/ 2042 h 2463"/>
                <a:gd name="T82" fmla="*/ 871 w 1149"/>
                <a:gd name="T83" fmla="*/ 2178 h 2463"/>
                <a:gd name="T84" fmla="*/ 1125 w 1149"/>
                <a:gd name="T85" fmla="*/ 1955 h 2463"/>
                <a:gd name="T86" fmla="*/ 964 w 1149"/>
                <a:gd name="T87" fmla="*/ 1692 h 2463"/>
                <a:gd name="T88" fmla="*/ 936 w 1149"/>
                <a:gd name="T89" fmla="*/ 1834 h 2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49" h="2463">
                  <a:moveTo>
                    <a:pt x="936" y="1834"/>
                  </a:moveTo>
                  <a:lnTo>
                    <a:pt x="701" y="1805"/>
                  </a:lnTo>
                  <a:lnTo>
                    <a:pt x="701" y="1590"/>
                  </a:lnTo>
                  <a:lnTo>
                    <a:pt x="766" y="1589"/>
                  </a:lnTo>
                  <a:lnTo>
                    <a:pt x="801" y="1281"/>
                  </a:lnTo>
                  <a:lnTo>
                    <a:pt x="701" y="1292"/>
                  </a:lnTo>
                  <a:lnTo>
                    <a:pt x="701" y="1067"/>
                  </a:lnTo>
                  <a:lnTo>
                    <a:pt x="981" y="902"/>
                  </a:lnTo>
                  <a:lnTo>
                    <a:pt x="1038" y="1044"/>
                  </a:lnTo>
                  <a:lnTo>
                    <a:pt x="1149" y="688"/>
                  </a:lnTo>
                  <a:lnTo>
                    <a:pt x="846" y="532"/>
                  </a:lnTo>
                  <a:lnTo>
                    <a:pt x="901" y="683"/>
                  </a:lnTo>
                  <a:lnTo>
                    <a:pt x="701" y="772"/>
                  </a:lnTo>
                  <a:lnTo>
                    <a:pt x="701" y="563"/>
                  </a:lnTo>
                  <a:lnTo>
                    <a:pt x="757" y="582"/>
                  </a:lnTo>
                  <a:lnTo>
                    <a:pt x="887" y="287"/>
                  </a:lnTo>
                  <a:lnTo>
                    <a:pt x="325" y="157"/>
                  </a:lnTo>
                  <a:lnTo>
                    <a:pt x="387" y="0"/>
                  </a:lnTo>
                  <a:lnTo>
                    <a:pt x="26" y="201"/>
                  </a:lnTo>
                  <a:lnTo>
                    <a:pt x="150" y="558"/>
                  </a:lnTo>
                  <a:lnTo>
                    <a:pt x="222" y="395"/>
                  </a:lnTo>
                  <a:lnTo>
                    <a:pt x="569" y="516"/>
                  </a:lnTo>
                  <a:lnTo>
                    <a:pt x="569" y="831"/>
                  </a:lnTo>
                  <a:lnTo>
                    <a:pt x="434" y="893"/>
                  </a:lnTo>
                  <a:lnTo>
                    <a:pt x="533" y="1166"/>
                  </a:lnTo>
                  <a:lnTo>
                    <a:pt x="569" y="1144"/>
                  </a:lnTo>
                  <a:lnTo>
                    <a:pt x="569" y="1307"/>
                  </a:lnTo>
                  <a:lnTo>
                    <a:pt x="234" y="1344"/>
                  </a:lnTo>
                  <a:lnTo>
                    <a:pt x="201" y="1168"/>
                  </a:lnTo>
                  <a:lnTo>
                    <a:pt x="0" y="1490"/>
                  </a:lnTo>
                  <a:lnTo>
                    <a:pt x="308" y="1769"/>
                  </a:lnTo>
                  <a:lnTo>
                    <a:pt x="282" y="1600"/>
                  </a:lnTo>
                  <a:lnTo>
                    <a:pt x="569" y="1594"/>
                  </a:lnTo>
                  <a:lnTo>
                    <a:pt x="569" y="1788"/>
                  </a:lnTo>
                  <a:lnTo>
                    <a:pt x="476" y="1777"/>
                  </a:lnTo>
                  <a:lnTo>
                    <a:pt x="501" y="2027"/>
                  </a:lnTo>
                  <a:lnTo>
                    <a:pt x="569" y="2030"/>
                  </a:lnTo>
                  <a:lnTo>
                    <a:pt x="569" y="2463"/>
                  </a:lnTo>
                  <a:lnTo>
                    <a:pt x="701" y="2463"/>
                  </a:lnTo>
                  <a:lnTo>
                    <a:pt x="701" y="2034"/>
                  </a:lnTo>
                  <a:lnTo>
                    <a:pt x="894" y="2042"/>
                  </a:lnTo>
                  <a:lnTo>
                    <a:pt x="871" y="2178"/>
                  </a:lnTo>
                  <a:lnTo>
                    <a:pt x="1125" y="1955"/>
                  </a:lnTo>
                  <a:lnTo>
                    <a:pt x="964" y="1692"/>
                  </a:lnTo>
                  <a:lnTo>
                    <a:pt x="936" y="1834"/>
                  </a:lnTo>
                  <a:close/>
                </a:path>
              </a:pathLst>
            </a:custGeom>
            <a:solidFill>
              <a:srgbClr val="FFCE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7"/>
            <p:cNvSpPr/>
            <p:nvPr/>
          </p:nvSpPr>
          <p:spPr bwMode="auto">
            <a:xfrm>
              <a:off x="2099" y="526"/>
              <a:ext cx="132" cy="67"/>
            </a:xfrm>
            <a:custGeom>
              <a:avLst/>
              <a:gdLst>
                <a:gd name="T0" fmla="*/ 0 w 132"/>
                <a:gd name="T1" fmla="*/ 0 h 67"/>
                <a:gd name="T2" fmla="*/ 0 w 132"/>
                <a:gd name="T3" fmla="*/ 67 h 67"/>
                <a:gd name="T4" fmla="*/ 132 w 132"/>
                <a:gd name="T5" fmla="*/ 47 h 67"/>
                <a:gd name="T6" fmla="*/ 0 w 132"/>
                <a:gd name="T7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2" h="67">
                  <a:moveTo>
                    <a:pt x="0" y="0"/>
                  </a:moveTo>
                  <a:lnTo>
                    <a:pt x="0" y="67"/>
                  </a:lnTo>
                  <a:lnTo>
                    <a:pt x="132" y="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8"/>
            <p:cNvSpPr/>
            <p:nvPr/>
          </p:nvSpPr>
          <p:spPr bwMode="auto">
            <a:xfrm>
              <a:off x="2099" y="1077"/>
              <a:ext cx="132" cy="83"/>
            </a:xfrm>
            <a:custGeom>
              <a:avLst/>
              <a:gdLst>
                <a:gd name="T0" fmla="*/ 0 w 132"/>
                <a:gd name="T1" fmla="*/ 83 h 83"/>
                <a:gd name="T2" fmla="*/ 132 w 132"/>
                <a:gd name="T3" fmla="*/ 60 h 83"/>
                <a:gd name="T4" fmla="*/ 132 w 132"/>
                <a:gd name="T5" fmla="*/ 0 h 83"/>
                <a:gd name="T6" fmla="*/ 0 w 132"/>
                <a:gd name="T7" fmla="*/ 77 h 83"/>
                <a:gd name="T8" fmla="*/ 0 w 132"/>
                <a:gd name="T9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83">
                  <a:moveTo>
                    <a:pt x="0" y="83"/>
                  </a:moveTo>
                  <a:lnTo>
                    <a:pt x="132" y="60"/>
                  </a:lnTo>
                  <a:lnTo>
                    <a:pt x="132" y="0"/>
                  </a:lnTo>
                  <a:lnTo>
                    <a:pt x="0" y="77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B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9"/>
            <p:cNvSpPr/>
            <p:nvPr/>
          </p:nvSpPr>
          <p:spPr bwMode="auto">
            <a:xfrm>
              <a:off x="2099" y="1600"/>
              <a:ext cx="132" cy="57"/>
            </a:xfrm>
            <a:custGeom>
              <a:avLst/>
              <a:gdLst>
                <a:gd name="T0" fmla="*/ 0 w 132"/>
                <a:gd name="T1" fmla="*/ 57 h 57"/>
                <a:gd name="T2" fmla="*/ 132 w 132"/>
                <a:gd name="T3" fmla="*/ 28 h 57"/>
                <a:gd name="T4" fmla="*/ 132 w 132"/>
                <a:gd name="T5" fmla="*/ 0 h 57"/>
                <a:gd name="T6" fmla="*/ 0 w 132"/>
                <a:gd name="T7" fmla="*/ 4 h 57"/>
                <a:gd name="T8" fmla="*/ 0 w 132"/>
                <a:gd name="T9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57">
                  <a:moveTo>
                    <a:pt x="0" y="57"/>
                  </a:moveTo>
                  <a:lnTo>
                    <a:pt x="132" y="28"/>
                  </a:lnTo>
                  <a:lnTo>
                    <a:pt x="132" y="0"/>
                  </a:lnTo>
                  <a:lnTo>
                    <a:pt x="0" y="4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FFB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2099" y="2040"/>
              <a:ext cx="132" cy="65"/>
            </a:xfrm>
            <a:custGeom>
              <a:avLst/>
              <a:gdLst>
                <a:gd name="T0" fmla="*/ 0 w 132"/>
                <a:gd name="T1" fmla="*/ 65 h 65"/>
                <a:gd name="T2" fmla="*/ 132 w 132"/>
                <a:gd name="T3" fmla="*/ 36 h 65"/>
                <a:gd name="T4" fmla="*/ 132 w 132"/>
                <a:gd name="T5" fmla="*/ 4 h 65"/>
                <a:gd name="T6" fmla="*/ 0 w 132"/>
                <a:gd name="T7" fmla="*/ 0 h 65"/>
                <a:gd name="T8" fmla="*/ 0 w 132"/>
                <a:gd name="T9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65">
                  <a:moveTo>
                    <a:pt x="0" y="65"/>
                  </a:moveTo>
                  <a:lnTo>
                    <a:pt x="132" y="36"/>
                  </a:lnTo>
                  <a:lnTo>
                    <a:pt x="132" y="4"/>
                  </a:lnTo>
                  <a:lnTo>
                    <a:pt x="0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FFB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cxnSp>
        <p:nvCxnSpPr>
          <p:cNvPr id="18" name="直接连接符 17"/>
          <p:cNvCxnSpPr/>
          <p:nvPr/>
        </p:nvCxnSpPr>
        <p:spPr>
          <a:xfrm>
            <a:off x="3789159" y="3034041"/>
            <a:ext cx="4250246" cy="0"/>
          </a:xfrm>
          <a:prstGeom prst="line">
            <a:avLst/>
          </a:prstGeom>
          <a:ln w="38100">
            <a:solidFill>
              <a:srgbClr val="FC8E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3789159" y="2434024"/>
            <a:ext cx="35239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900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</a:t>
            </a:r>
            <a:r>
              <a:rPr lang="en-US" altLang="zh-CN" sz="2400" b="1" dirty="0" smtClean="0">
                <a:solidFill>
                  <a:srgbClr val="FF900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400" b="1" dirty="0" smtClean="0">
                <a:solidFill>
                  <a:srgbClr val="FF900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</a:t>
            </a:r>
            <a:r>
              <a:rPr lang="zh-CN" altLang="en-US" sz="2400" b="1" dirty="0">
                <a:solidFill>
                  <a:srgbClr val="FF900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测试是个</a:t>
            </a:r>
            <a:r>
              <a:rPr lang="zh-CN" altLang="en-US" sz="2400" b="1" dirty="0" smtClean="0">
                <a:solidFill>
                  <a:srgbClr val="FF900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啥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759621" y="4530861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课程背景</a:t>
            </a:r>
          </a:p>
        </p:txBody>
      </p:sp>
      <p:sp>
        <p:nvSpPr>
          <p:cNvPr id="2" name="矩形 1"/>
          <p:cNvSpPr/>
          <p:nvPr/>
        </p:nvSpPr>
        <p:spPr>
          <a:xfrm>
            <a:off x="869004" y="904849"/>
            <a:ext cx="14446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2000" b="1" dirty="0" smtClean="0">
                <a:solidFill>
                  <a:schemeClr val="accent2"/>
                </a:solidFill>
                <a:latin typeface="+mn-ea"/>
                <a:ea typeface="微软雅黑" panose="020B0503020204020204" pitchFamily="34" charset="-122"/>
                <a:sym typeface="微软雅黑" panose="020B0503020204020204" pitchFamily="34" charset="-122"/>
              </a:rPr>
              <a:t>性能测试</a:t>
            </a:r>
            <a:r>
              <a:rPr lang="en-US" altLang="zh-CN" sz="2000" b="1" dirty="0" smtClean="0">
                <a:solidFill>
                  <a:schemeClr val="accent2"/>
                </a:solidFill>
                <a:latin typeface="+mn-ea"/>
                <a:ea typeface="微软雅黑" panose="020B0503020204020204" pitchFamily="34" charset="-122"/>
                <a:sym typeface="微软雅黑" panose="020B0503020204020204" pitchFamily="34" charset="-122"/>
              </a:rPr>
              <a:t>?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814643" y="1558124"/>
            <a:ext cx="760648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必要性</a:t>
            </a:r>
            <a:endParaRPr lang="en-US" altLang="zh-CN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广泛性</a:t>
            </a:r>
            <a:endParaRPr lang="en-US" altLang="zh-CN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复杂性</a:t>
            </a:r>
          </a:p>
          <a:p>
            <a:pPr>
              <a:lnSpc>
                <a:spcPct val="200000"/>
              </a:lnSpc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endParaRPr lang="zh-CN" altLang="en-US" sz="1600" dirty="0"/>
          </a:p>
        </p:txBody>
      </p:sp>
      <p:cxnSp>
        <p:nvCxnSpPr>
          <p:cNvPr id="9" name="直接连接符 8"/>
          <p:cNvCxnSpPr/>
          <p:nvPr/>
        </p:nvCxnSpPr>
        <p:spPr>
          <a:xfrm>
            <a:off x="869004" y="1431541"/>
            <a:ext cx="3897605" cy="0"/>
          </a:xfrm>
          <a:prstGeom prst="line">
            <a:avLst/>
          </a:prstGeom>
          <a:noFill/>
          <a:ln w="12700" cap="flat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744991" y="4415709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课程背景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93756" y="929315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2000" b="1" dirty="0" smtClean="0">
                <a:solidFill>
                  <a:schemeClr val="accent2"/>
                </a:solidFill>
                <a:latin typeface="+mn-ea"/>
                <a:ea typeface="微软雅黑" panose="020B0503020204020204" pitchFamily="34" charset="-122"/>
                <a:cs typeface="微软雅黑" panose="020B0503020204020204" pitchFamily="34" charset="-122"/>
              </a:rPr>
              <a:t>软件性能测试</a:t>
            </a:r>
            <a:endParaRPr lang="zh-CN" altLang="en-US" sz="2000" b="1" dirty="0">
              <a:solidFill>
                <a:schemeClr val="accent2"/>
              </a:solidFill>
              <a:latin typeface="+mn-ea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982546" y="1456984"/>
            <a:ext cx="3897605" cy="0"/>
          </a:xfrm>
          <a:prstGeom prst="line">
            <a:avLst/>
          </a:prstGeom>
          <a:noFill/>
          <a:ln w="12700" cap="flat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矩形 5"/>
          <p:cNvSpPr/>
          <p:nvPr/>
        </p:nvSpPr>
        <p:spPr>
          <a:xfrm>
            <a:off x="805679" y="1384834"/>
            <a:ext cx="21706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压力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测试 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稳定性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测试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高可用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测试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任意多边形 98"/>
          <p:cNvSpPr/>
          <p:nvPr/>
        </p:nvSpPr>
        <p:spPr>
          <a:xfrm>
            <a:off x="159779" y="793387"/>
            <a:ext cx="3014678" cy="527668"/>
          </a:xfrm>
          <a:custGeom>
            <a:avLst/>
            <a:gdLst>
              <a:gd name="connsiteX0" fmla="*/ 90913 w 4640437"/>
              <a:gd name="connsiteY0" fmla="*/ 0 h 752876"/>
              <a:gd name="connsiteX1" fmla="*/ 4263999 w 4640437"/>
              <a:gd name="connsiteY1" fmla="*/ 0 h 752876"/>
              <a:gd name="connsiteX2" fmla="*/ 4640437 w 4640437"/>
              <a:gd name="connsiteY2" fmla="*/ 376438 h 752876"/>
              <a:gd name="connsiteX3" fmla="*/ 4640436 w 4640437"/>
              <a:gd name="connsiteY3" fmla="*/ 376438 h 752876"/>
              <a:gd name="connsiteX4" fmla="*/ 4263998 w 4640437"/>
              <a:gd name="connsiteY4" fmla="*/ 752876 h 752876"/>
              <a:gd name="connsiteX5" fmla="*/ 90913 w 4640437"/>
              <a:gd name="connsiteY5" fmla="*/ 752875 h 752876"/>
              <a:gd name="connsiteX6" fmla="*/ 15048 w 4640437"/>
              <a:gd name="connsiteY6" fmla="*/ 745227 h 752876"/>
              <a:gd name="connsiteX7" fmla="*/ 0 w 4640437"/>
              <a:gd name="connsiteY7" fmla="*/ 740556 h 752876"/>
              <a:gd name="connsiteX8" fmla="*/ 0 w 4640437"/>
              <a:gd name="connsiteY8" fmla="*/ 12319 h 752876"/>
              <a:gd name="connsiteX9" fmla="*/ 15048 w 4640437"/>
              <a:gd name="connsiteY9" fmla="*/ 7648 h 752876"/>
              <a:gd name="connsiteX10" fmla="*/ 90913 w 4640437"/>
              <a:gd name="connsiteY10" fmla="*/ 0 h 752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640437" h="752876">
                <a:moveTo>
                  <a:pt x="90913" y="0"/>
                </a:moveTo>
                <a:lnTo>
                  <a:pt x="4263999" y="0"/>
                </a:lnTo>
                <a:cubicBezTo>
                  <a:pt x="4471900" y="0"/>
                  <a:pt x="4640437" y="168537"/>
                  <a:pt x="4640437" y="376438"/>
                </a:cubicBezTo>
                <a:lnTo>
                  <a:pt x="4640436" y="376438"/>
                </a:lnTo>
                <a:cubicBezTo>
                  <a:pt x="4640436" y="584339"/>
                  <a:pt x="4471899" y="752876"/>
                  <a:pt x="4263998" y="752876"/>
                </a:cubicBezTo>
                <a:lnTo>
                  <a:pt x="90913" y="752875"/>
                </a:lnTo>
                <a:cubicBezTo>
                  <a:pt x="64926" y="752875"/>
                  <a:pt x="39553" y="750242"/>
                  <a:pt x="15048" y="745227"/>
                </a:cubicBezTo>
                <a:lnTo>
                  <a:pt x="0" y="740556"/>
                </a:lnTo>
                <a:lnTo>
                  <a:pt x="0" y="12319"/>
                </a:lnTo>
                <a:lnTo>
                  <a:pt x="15048" y="7648"/>
                </a:lnTo>
                <a:cubicBezTo>
                  <a:pt x="39553" y="2633"/>
                  <a:pt x="64926" y="0"/>
                  <a:pt x="90913" y="0"/>
                </a:cubicBezTo>
                <a:close/>
              </a:path>
            </a:pathLst>
          </a:custGeom>
          <a:solidFill>
            <a:srgbClr val="FDB7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99"/>
          <p:cNvSpPr/>
          <p:nvPr/>
        </p:nvSpPr>
        <p:spPr>
          <a:xfrm>
            <a:off x="458895" y="857166"/>
            <a:ext cx="26148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性能测试有几种玩法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endParaRPr lang="zh-CN" altLang="zh-CN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05679" y="1384834"/>
            <a:ext cx="2170604" cy="4002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性能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测试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单交易负载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测试 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压力测试 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容量测试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稳定性测试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高可用测试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基准测试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极限测试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713" y="2052231"/>
            <a:ext cx="5515516" cy="2486552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737676" y="4401079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课堂规则</a:t>
            </a:r>
          </a:p>
        </p:txBody>
      </p:sp>
      <p:sp>
        <p:nvSpPr>
          <p:cNvPr id="5" name="矩形 4"/>
          <p:cNvSpPr/>
          <p:nvPr/>
        </p:nvSpPr>
        <p:spPr>
          <a:xfrm>
            <a:off x="894044" y="900987"/>
            <a:ext cx="26500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2000" b="1" dirty="0" smtClean="0">
                <a:solidFill>
                  <a:schemeClr val="accent2"/>
                </a:solidFill>
                <a:latin typeface="+mn-ea"/>
                <a:ea typeface="微软雅黑" panose="020B0503020204020204" pitchFamily="34" charset="-122"/>
                <a:sym typeface="微软雅黑" panose="020B0503020204020204" pitchFamily="34" charset="-122"/>
              </a:rPr>
              <a:t>性能测试有什么特别</a:t>
            </a:r>
            <a:r>
              <a:rPr lang="en-US" altLang="zh-CN" sz="2000" b="1" dirty="0" smtClean="0">
                <a:solidFill>
                  <a:schemeClr val="accent2"/>
                </a:solidFill>
                <a:latin typeface="+mn-ea"/>
                <a:ea typeface="微软雅黑" panose="020B0503020204020204" pitchFamily="34" charset="-122"/>
                <a:sym typeface="微软雅黑" panose="020B0503020204020204" pitchFamily="34" charset="-122"/>
              </a:rPr>
              <a:t>?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953528" y="1364925"/>
            <a:ext cx="3897605" cy="0"/>
          </a:xfrm>
          <a:prstGeom prst="line">
            <a:avLst/>
          </a:prstGeom>
          <a:noFill/>
          <a:ln w="12700" cap="flat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13" name="图示 12"/>
          <p:cNvGraphicFramePr/>
          <p:nvPr>
            <p:extLst>
              <p:ext uri="{D42A27DB-BD31-4B8C-83A1-F6EECF244321}">
                <p14:modId xmlns:p14="http://schemas.microsoft.com/office/powerpoint/2010/main" val="4061944667"/>
              </p:ext>
            </p:extLst>
          </p:nvPr>
        </p:nvGraphicFramePr>
        <p:xfrm>
          <a:off x="1102660" y="1661835"/>
          <a:ext cx="6347012" cy="34362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图示 5"/>
          <p:cNvGraphicFramePr/>
          <p:nvPr/>
        </p:nvGraphicFramePr>
        <p:xfrm>
          <a:off x="1030939" y="1613647"/>
          <a:ext cx="4347885" cy="35589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0" name="图示 9"/>
          <p:cNvGraphicFramePr/>
          <p:nvPr/>
        </p:nvGraphicFramePr>
        <p:xfrm>
          <a:off x="5136777" y="2483222"/>
          <a:ext cx="3290048" cy="14343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2" name="矩形 1"/>
          <p:cNvSpPr/>
          <p:nvPr/>
        </p:nvSpPr>
        <p:spPr>
          <a:xfrm>
            <a:off x="5553636" y="3917575"/>
            <a:ext cx="959223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24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CMD</a:t>
            </a:r>
            <a:endParaRPr lang="zh-CN" altLang="en-US" sz="2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矩形 6"/>
          <p:cNvSpPr/>
          <p:nvPr/>
        </p:nvSpPr>
        <p:spPr>
          <a:xfrm>
            <a:off x="7144872" y="3917574"/>
            <a:ext cx="1134035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24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7</a:t>
            </a:r>
            <a:r>
              <a:rPr lang="zh-CN" altLang="en-US" sz="24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层</a:t>
            </a:r>
            <a:endParaRPr lang="zh-CN" altLang="en-US" sz="2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任意多边形 10"/>
          <p:cNvSpPr/>
          <p:nvPr/>
        </p:nvSpPr>
        <p:spPr>
          <a:xfrm>
            <a:off x="159779" y="793387"/>
            <a:ext cx="2780645" cy="527668"/>
          </a:xfrm>
          <a:custGeom>
            <a:avLst/>
            <a:gdLst>
              <a:gd name="connsiteX0" fmla="*/ 90913 w 4640437"/>
              <a:gd name="connsiteY0" fmla="*/ 0 h 752876"/>
              <a:gd name="connsiteX1" fmla="*/ 4263999 w 4640437"/>
              <a:gd name="connsiteY1" fmla="*/ 0 h 752876"/>
              <a:gd name="connsiteX2" fmla="*/ 4640437 w 4640437"/>
              <a:gd name="connsiteY2" fmla="*/ 376438 h 752876"/>
              <a:gd name="connsiteX3" fmla="*/ 4640436 w 4640437"/>
              <a:gd name="connsiteY3" fmla="*/ 376438 h 752876"/>
              <a:gd name="connsiteX4" fmla="*/ 4263998 w 4640437"/>
              <a:gd name="connsiteY4" fmla="*/ 752876 h 752876"/>
              <a:gd name="connsiteX5" fmla="*/ 90913 w 4640437"/>
              <a:gd name="connsiteY5" fmla="*/ 752875 h 752876"/>
              <a:gd name="connsiteX6" fmla="*/ 15048 w 4640437"/>
              <a:gd name="connsiteY6" fmla="*/ 745227 h 752876"/>
              <a:gd name="connsiteX7" fmla="*/ 0 w 4640437"/>
              <a:gd name="connsiteY7" fmla="*/ 740556 h 752876"/>
              <a:gd name="connsiteX8" fmla="*/ 0 w 4640437"/>
              <a:gd name="connsiteY8" fmla="*/ 12319 h 752876"/>
              <a:gd name="connsiteX9" fmla="*/ 15048 w 4640437"/>
              <a:gd name="connsiteY9" fmla="*/ 7648 h 752876"/>
              <a:gd name="connsiteX10" fmla="*/ 90913 w 4640437"/>
              <a:gd name="connsiteY10" fmla="*/ 0 h 752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640437" h="752876">
                <a:moveTo>
                  <a:pt x="90913" y="0"/>
                </a:moveTo>
                <a:lnTo>
                  <a:pt x="4263999" y="0"/>
                </a:lnTo>
                <a:cubicBezTo>
                  <a:pt x="4471900" y="0"/>
                  <a:pt x="4640437" y="168537"/>
                  <a:pt x="4640437" y="376438"/>
                </a:cubicBezTo>
                <a:lnTo>
                  <a:pt x="4640436" y="376438"/>
                </a:lnTo>
                <a:cubicBezTo>
                  <a:pt x="4640436" y="584339"/>
                  <a:pt x="4471899" y="752876"/>
                  <a:pt x="4263998" y="752876"/>
                </a:cubicBezTo>
                <a:lnTo>
                  <a:pt x="90913" y="752875"/>
                </a:lnTo>
                <a:cubicBezTo>
                  <a:pt x="64926" y="752875"/>
                  <a:pt x="39553" y="750242"/>
                  <a:pt x="15048" y="745227"/>
                </a:cubicBezTo>
                <a:lnTo>
                  <a:pt x="0" y="740556"/>
                </a:lnTo>
                <a:lnTo>
                  <a:pt x="0" y="12319"/>
                </a:lnTo>
                <a:lnTo>
                  <a:pt x="15048" y="7648"/>
                </a:lnTo>
                <a:cubicBezTo>
                  <a:pt x="39553" y="2633"/>
                  <a:pt x="64926" y="0"/>
                  <a:pt x="90913" y="0"/>
                </a:cubicBezTo>
                <a:close/>
              </a:path>
            </a:pathLst>
          </a:custGeom>
          <a:solidFill>
            <a:srgbClr val="FDB7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说说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性能指标</a:t>
            </a:r>
          </a:p>
        </p:txBody>
      </p:sp>
    </p:spTree>
    <p:extLst>
      <p:ext uri="{BB962C8B-B14F-4D97-AF65-F5344CB8AC3E}">
        <p14:creationId xmlns:p14="http://schemas.microsoft.com/office/powerpoint/2010/main" val="71807650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单线程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954" y="2288372"/>
            <a:ext cx="3836670" cy="2781300"/>
          </a:xfrm>
          <a:prstGeom prst="rect">
            <a:avLst/>
          </a:prstGeom>
        </p:spPr>
      </p:pic>
      <p:pic>
        <p:nvPicPr>
          <p:cNvPr id="5" name="图片 4" descr="多线程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1233" y="2288372"/>
            <a:ext cx="3834130" cy="278066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01954" y="95216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2000" b="1" dirty="0" smtClean="0">
                <a:solidFill>
                  <a:schemeClr val="accent2"/>
                </a:solidFill>
                <a:latin typeface="+mn-ea"/>
                <a:ea typeface="微软雅黑" panose="020B0503020204020204" pitchFamily="34" charset="-122"/>
                <a:sym typeface="微软雅黑" panose="020B0503020204020204" pitchFamily="34" charset="-122"/>
              </a:rPr>
              <a:t>并发用户的意义</a:t>
            </a:r>
            <a:endParaRPr lang="en-US" altLang="zh-CN" sz="2000" b="1" dirty="0" smtClean="0">
              <a:solidFill>
                <a:schemeClr val="accent2"/>
              </a:solidFill>
              <a:latin typeface="+mn-ea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733180" y="1432302"/>
            <a:ext cx="3897605" cy="0"/>
          </a:xfrm>
          <a:prstGeom prst="line">
            <a:avLst/>
          </a:prstGeom>
          <a:noFill/>
          <a:ln w="12700" cap="flat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" name="矩形 7"/>
          <p:cNvSpPr/>
          <p:nvPr/>
        </p:nvSpPr>
        <p:spPr>
          <a:xfrm>
            <a:off x="814643" y="1428754"/>
            <a:ext cx="76064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ThinkTime(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思考时间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与集合点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94044" y="900987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2000" b="1" dirty="0" smtClean="0">
                <a:solidFill>
                  <a:schemeClr val="accent2"/>
                </a:solidFill>
                <a:latin typeface="+mn-ea"/>
                <a:ea typeface="微软雅黑" panose="020B0503020204020204" pitchFamily="34" charset="-122"/>
                <a:sym typeface="微软雅黑" panose="020B0503020204020204" pitchFamily="34" charset="-122"/>
              </a:rPr>
              <a:t>吞吐量是容量的量化</a:t>
            </a:r>
            <a:endParaRPr lang="en-US" altLang="zh-CN" sz="2000" b="1" dirty="0" smtClean="0">
              <a:solidFill>
                <a:schemeClr val="accent2"/>
              </a:solidFill>
              <a:latin typeface="+mn-ea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953528" y="1364925"/>
            <a:ext cx="3897605" cy="0"/>
          </a:xfrm>
          <a:prstGeom prst="line">
            <a:avLst/>
          </a:prstGeom>
          <a:noFill/>
          <a:ln w="12700" cap="flat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矩形 10"/>
          <p:cNvSpPr/>
          <p:nvPr/>
        </p:nvSpPr>
        <p:spPr>
          <a:xfrm>
            <a:off x="814643" y="1428754"/>
            <a:ext cx="7606485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吞吐量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指的是单位时间内处理的客户端请求数量。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吞吐量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用请求数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秒或者页面数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秒来衡量（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TPS transaction per second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从业务角度看，吞吐量也可以用访问人数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天或者页面访问量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天 来衡量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(PV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UV)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对于交互式应用来说，吞吐量指标反映的是服务器承受的压力。在容量规划的测试中，吞吐量是一个重要关注的指标，因为它能够说明系统级别的负载能力</a:t>
            </a:r>
          </a:p>
          <a:p>
            <a:pPr>
              <a:lnSpc>
                <a:spcPct val="200000"/>
              </a:lnSpc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endParaRPr lang="zh-CN" altLang="en-US" sz="16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94044" y="900987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2000" b="1" dirty="0" smtClean="0">
                <a:solidFill>
                  <a:schemeClr val="accent2"/>
                </a:solidFill>
                <a:latin typeface="+mn-ea"/>
                <a:ea typeface="微软雅黑" panose="020B0503020204020204" pitchFamily="34" charset="-122"/>
                <a:sym typeface="微软雅黑" panose="020B0503020204020204" pitchFamily="34" charset="-122"/>
              </a:rPr>
              <a:t>吞吐量干不过负载</a:t>
            </a:r>
            <a:endParaRPr lang="en-US" altLang="zh-CN" sz="2000" b="1" dirty="0" smtClean="0">
              <a:solidFill>
                <a:schemeClr val="accent2"/>
              </a:solidFill>
              <a:latin typeface="+mn-ea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953528" y="1364925"/>
            <a:ext cx="3897605" cy="0"/>
          </a:xfrm>
          <a:prstGeom prst="line">
            <a:avLst/>
          </a:prstGeom>
          <a:noFill/>
          <a:ln w="12700" cap="flat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844" y="1563224"/>
            <a:ext cx="5004732" cy="3842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171097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4"/>
          <p:cNvGrpSpPr>
            <a:grpSpLocks noChangeAspect="1"/>
          </p:cNvGrpSpPr>
          <p:nvPr/>
        </p:nvGrpSpPr>
        <p:grpSpPr bwMode="auto">
          <a:xfrm>
            <a:off x="1179156" y="1134621"/>
            <a:ext cx="1825625" cy="3994150"/>
            <a:chOff x="1529" y="9"/>
            <a:chExt cx="1150" cy="2516"/>
          </a:xfrm>
        </p:grpSpPr>
        <p:sp>
          <p:nvSpPr>
            <p:cNvPr id="11" name="AutoShape 3"/>
            <p:cNvSpPr>
              <a:spLocks noChangeAspect="1" noChangeArrowheads="1" noTextEdit="1"/>
            </p:cNvSpPr>
            <p:nvPr/>
          </p:nvSpPr>
          <p:spPr bwMode="auto">
            <a:xfrm>
              <a:off x="1529" y="9"/>
              <a:ext cx="1150" cy="2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Oval 5"/>
            <p:cNvSpPr>
              <a:spLocks noChangeArrowheads="1"/>
            </p:cNvSpPr>
            <p:nvPr/>
          </p:nvSpPr>
          <p:spPr bwMode="auto">
            <a:xfrm>
              <a:off x="1664" y="2417"/>
              <a:ext cx="880" cy="107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6"/>
            <p:cNvSpPr/>
            <p:nvPr/>
          </p:nvSpPr>
          <p:spPr bwMode="auto">
            <a:xfrm>
              <a:off x="1530" y="10"/>
              <a:ext cx="1149" cy="2463"/>
            </a:xfrm>
            <a:custGeom>
              <a:avLst/>
              <a:gdLst>
                <a:gd name="T0" fmla="*/ 936 w 1149"/>
                <a:gd name="T1" fmla="*/ 1834 h 2463"/>
                <a:gd name="T2" fmla="*/ 701 w 1149"/>
                <a:gd name="T3" fmla="*/ 1805 h 2463"/>
                <a:gd name="T4" fmla="*/ 701 w 1149"/>
                <a:gd name="T5" fmla="*/ 1590 h 2463"/>
                <a:gd name="T6" fmla="*/ 766 w 1149"/>
                <a:gd name="T7" fmla="*/ 1589 h 2463"/>
                <a:gd name="T8" fmla="*/ 801 w 1149"/>
                <a:gd name="T9" fmla="*/ 1281 h 2463"/>
                <a:gd name="T10" fmla="*/ 701 w 1149"/>
                <a:gd name="T11" fmla="*/ 1292 h 2463"/>
                <a:gd name="T12" fmla="*/ 701 w 1149"/>
                <a:gd name="T13" fmla="*/ 1067 h 2463"/>
                <a:gd name="T14" fmla="*/ 981 w 1149"/>
                <a:gd name="T15" fmla="*/ 902 h 2463"/>
                <a:gd name="T16" fmla="*/ 1038 w 1149"/>
                <a:gd name="T17" fmla="*/ 1044 h 2463"/>
                <a:gd name="T18" fmla="*/ 1149 w 1149"/>
                <a:gd name="T19" fmla="*/ 688 h 2463"/>
                <a:gd name="T20" fmla="*/ 846 w 1149"/>
                <a:gd name="T21" fmla="*/ 532 h 2463"/>
                <a:gd name="T22" fmla="*/ 901 w 1149"/>
                <a:gd name="T23" fmla="*/ 683 h 2463"/>
                <a:gd name="T24" fmla="*/ 701 w 1149"/>
                <a:gd name="T25" fmla="*/ 772 h 2463"/>
                <a:gd name="T26" fmla="*/ 701 w 1149"/>
                <a:gd name="T27" fmla="*/ 563 h 2463"/>
                <a:gd name="T28" fmla="*/ 757 w 1149"/>
                <a:gd name="T29" fmla="*/ 582 h 2463"/>
                <a:gd name="T30" fmla="*/ 887 w 1149"/>
                <a:gd name="T31" fmla="*/ 287 h 2463"/>
                <a:gd name="T32" fmla="*/ 325 w 1149"/>
                <a:gd name="T33" fmla="*/ 157 h 2463"/>
                <a:gd name="T34" fmla="*/ 387 w 1149"/>
                <a:gd name="T35" fmla="*/ 0 h 2463"/>
                <a:gd name="T36" fmla="*/ 26 w 1149"/>
                <a:gd name="T37" fmla="*/ 201 h 2463"/>
                <a:gd name="T38" fmla="*/ 150 w 1149"/>
                <a:gd name="T39" fmla="*/ 558 h 2463"/>
                <a:gd name="T40" fmla="*/ 222 w 1149"/>
                <a:gd name="T41" fmla="*/ 395 h 2463"/>
                <a:gd name="T42" fmla="*/ 569 w 1149"/>
                <a:gd name="T43" fmla="*/ 516 h 2463"/>
                <a:gd name="T44" fmla="*/ 569 w 1149"/>
                <a:gd name="T45" fmla="*/ 831 h 2463"/>
                <a:gd name="T46" fmla="*/ 434 w 1149"/>
                <a:gd name="T47" fmla="*/ 893 h 2463"/>
                <a:gd name="T48" fmla="*/ 533 w 1149"/>
                <a:gd name="T49" fmla="*/ 1166 h 2463"/>
                <a:gd name="T50" fmla="*/ 569 w 1149"/>
                <a:gd name="T51" fmla="*/ 1144 h 2463"/>
                <a:gd name="T52" fmla="*/ 569 w 1149"/>
                <a:gd name="T53" fmla="*/ 1307 h 2463"/>
                <a:gd name="T54" fmla="*/ 234 w 1149"/>
                <a:gd name="T55" fmla="*/ 1344 h 2463"/>
                <a:gd name="T56" fmla="*/ 201 w 1149"/>
                <a:gd name="T57" fmla="*/ 1168 h 2463"/>
                <a:gd name="T58" fmla="*/ 0 w 1149"/>
                <a:gd name="T59" fmla="*/ 1490 h 2463"/>
                <a:gd name="T60" fmla="*/ 308 w 1149"/>
                <a:gd name="T61" fmla="*/ 1769 h 2463"/>
                <a:gd name="T62" fmla="*/ 282 w 1149"/>
                <a:gd name="T63" fmla="*/ 1600 h 2463"/>
                <a:gd name="T64" fmla="*/ 569 w 1149"/>
                <a:gd name="T65" fmla="*/ 1594 h 2463"/>
                <a:gd name="T66" fmla="*/ 569 w 1149"/>
                <a:gd name="T67" fmla="*/ 1788 h 2463"/>
                <a:gd name="T68" fmla="*/ 476 w 1149"/>
                <a:gd name="T69" fmla="*/ 1777 h 2463"/>
                <a:gd name="T70" fmla="*/ 501 w 1149"/>
                <a:gd name="T71" fmla="*/ 2027 h 2463"/>
                <a:gd name="T72" fmla="*/ 569 w 1149"/>
                <a:gd name="T73" fmla="*/ 2030 h 2463"/>
                <a:gd name="T74" fmla="*/ 569 w 1149"/>
                <a:gd name="T75" fmla="*/ 2463 h 2463"/>
                <a:gd name="T76" fmla="*/ 701 w 1149"/>
                <a:gd name="T77" fmla="*/ 2463 h 2463"/>
                <a:gd name="T78" fmla="*/ 701 w 1149"/>
                <a:gd name="T79" fmla="*/ 2034 h 2463"/>
                <a:gd name="T80" fmla="*/ 894 w 1149"/>
                <a:gd name="T81" fmla="*/ 2042 h 2463"/>
                <a:gd name="T82" fmla="*/ 871 w 1149"/>
                <a:gd name="T83" fmla="*/ 2178 h 2463"/>
                <a:gd name="T84" fmla="*/ 1125 w 1149"/>
                <a:gd name="T85" fmla="*/ 1955 h 2463"/>
                <a:gd name="T86" fmla="*/ 964 w 1149"/>
                <a:gd name="T87" fmla="*/ 1692 h 2463"/>
                <a:gd name="T88" fmla="*/ 936 w 1149"/>
                <a:gd name="T89" fmla="*/ 1834 h 2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49" h="2463">
                  <a:moveTo>
                    <a:pt x="936" y="1834"/>
                  </a:moveTo>
                  <a:lnTo>
                    <a:pt x="701" y="1805"/>
                  </a:lnTo>
                  <a:lnTo>
                    <a:pt x="701" y="1590"/>
                  </a:lnTo>
                  <a:lnTo>
                    <a:pt x="766" y="1589"/>
                  </a:lnTo>
                  <a:lnTo>
                    <a:pt x="801" y="1281"/>
                  </a:lnTo>
                  <a:lnTo>
                    <a:pt x="701" y="1292"/>
                  </a:lnTo>
                  <a:lnTo>
                    <a:pt x="701" y="1067"/>
                  </a:lnTo>
                  <a:lnTo>
                    <a:pt x="981" y="902"/>
                  </a:lnTo>
                  <a:lnTo>
                    <a:pt x="1038" y="1044"/>
                  </a:lnTo>
                  <a:lnTo>
                    <a:pt x="1149" y="688"/>
                  </a:lnTo>
                  <a:lnTo>
                    <a:pt x="846" y="532"/>
                  </a:lnTo>
                  <a:lnTo>
                    <a:pt x="901" y="683"/>
                  </a:lnTo>
                  <a:lnTo>
                    <a:pt x="701" y="772"/>
                  </a:lnTo>
                  <a:lnTo>
                    <a:pt x="701" y="563"/>
                  </a:lnTo>
                  <a:lnTo>
                    <a:pt x="757" y="582"/>
                  </a:lnTo>
                  <a:lnTo>
                    <a:pt x="887" y="287"/>
                  </a:lnTo>
                  <a:lnTo>
                    <a:pt x="325" y="157"/>
                  </a:lnTo>
                  <a:lnTo>
                    <a:pt x="387" y="0"/>
                  </a:lnTo>
                  <a:lnTo>
                    <a:pt x="26" y="201"/>
                  </a:lnTo>
                  <a:lnTo>
                    <a:pt x="150" y="558"/>
                  </a:lnTo>
                  <a:lnTo>
                    <a:pt x="222" y="395"/>
                  </a:lnTo>
                  <a:lnTo>
                    <a:pt x="569" y="516"/>
                  </a:lnTo>
                  <a:lnTo>
                    <a:pt x="569" y="831"/>
                  </a:lnTo>
                  <a:lnTo>
                    <a:pt x="434" y="893"/>
                  </a:lnTo>
                  <a:lnTo>
                    <a:pt x="533" y="1166"/>
                  </a:lnTo>
                  <a:lnTo>
                    <a:pt x="569" y="1144"/>
                  </a:lnTo>
                  <a:lnTo>
                    <a:pt x="569" y="1307"/>
                  </a:lnTo>
                  <a:lnTo>
                    <a:pt x="234" y="1344"/>
                  </a:lnTo>
                  <a:lnTo>
                    <a:pt x="201" y="1168"/>
                  </a:lnTo>
                  <a:lnTo>
                    <a:pt x="0" y="1490"/>
                  </a:lnTo>
                  <a:lnTo>
                    <a:pt x="308" y="1769"/>
                  </a:lnTo>
                  <a:lnTo>
                    <a:pt x="282" y="1600"/>
                  </a:lnTo>
                  <a:lnTo>
                    <a:pt x="569" y="1594"/>
                  </a:lnTo>
                  <a:lnTo>
                    <a:pt x="569" y="1788"/>
                  </a:lnTo>
                  <a:lnTo>
                    <a:pt x="476" y="1777"/>
                  </a:lnTo>
                  <a:lnTo>
                    <a:pt x="501" y="2027"/>
                  </a:lnTo>
                  <a:lnTo>
                    <a:pt x="569" y="2030"/>
                  </a:lnTo>
                  <a:lnTo>
                    <a:pt x="569" y="2463"/>
                  </a:lnTo>
                  <a:lnTo>
                    <a:pt x="701" y="2463"/>
                  </a:lnTo>
                  <a:lnTo>
                    <a:pt x="701" y="2034"/>
                  </a:lnTo>
                  <a:lnTo>
                    <a:pt x="894" y="2042"/>
                  </a:lnTo>
                  <a:lnTo>
                    <a:pt x="871" y="2178"/>
                  </a:lnTo>
                  <a:lnTo>
                    <a:pt x="1125" y="1955"/>
                  </a:lnTo>
                  <a:lnTo>
                    <a:pt x="964" y="1692"/>
                  </a:lnTo>
                  <a:lnTo>
                    <a:pt x="936" y="1834"/>
                  </a:lnTo>
                  <a:close/>
                </a:path>
              </a:pathLst>
            </a:custGeom>
            <a:solidFill>
              <a:srgbClr val="FFCE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7"/>
            <p:cNvSpPr/>
            <p:nvPr/>
          </p:nvSpPr>
          <p:spPr bwMode="auto">
            <a:xfrm>
              <a:off x="2099" y="526"/>
              <a:ext cx="132" cy="67"/>
            </a:xfrm>
            <a:custGeom>
              <a:avLst/>
              <a:gdLst>
                <a:gd name="T0" fmla="*/ 0 w 132"/>
                <a:gd name="T1" fmla="*/ 0 h 67"/>
                <a:gd name="T2" fmla="*/ 0 w 132"/>
                <a:gd name="T3" fmla="*/ 67 h 67"/>
                <a:gd name="T4" fmla="*/ 132 w 132"/>
                <a:gd name="T5" fmla="*/ 47 h 67"/>
                <a:gd name="T6" fmla="*/ 0 w 132"/>
                <a:gd name="T7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2" h="67">
                  <a:moveTo>
                    <a:pt x="0" y="0"/>
                  </a:moveTo>
                  <a:lnTo>
                    <a:pt x="0" y="67"/>
                  </a:lnTo>
                  <a:lnTo>
                    <a:pt x="132" y="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8"/>
            <p:cNvSpPr/>
            <p:nvPr/>
          </p:nvSpPr>
          <p:spPr bwMode="auto">
            <a:xfrm>
              <a:off x="2099" y="1077"/>
              <a:ext cx="132" cy="83"/>
            </a:xfrm>
            <a:custGeom>
              <a:avLst/>
              <a:gdLst>
                <a:gd name="T0" fmla="*/ 0 w 132"/>
                <a:gd name="T1" fmla="*/ 83 h 83"/>
                <a:gd name="T2" fmla="*/ 132 w 132"/>
                <a:gd name="T3" fmla="*/ 60 h 83"/>
                <a:gd name="T4" fmla="*/ 132 w 132"/>
                <a:gd name="T5" fmla="*/ 0 h 83"/>
                <a:gd name="T6" fmla="*/ 0 w 132"/>
                <a:gd name="T7" fmla="*/ 77 h 83"/>
                <a:gd name="T8" fmla="*/ 0 w 132"/>
                <a:gd name="T9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83">
                  <a:moveTo>
                    <a:pt x="0" y="83"/>
                  </a:moveTo>
                  <a:lnTo>
                    <a:pt x="132" y="60"/>
                  </a:lnTo>
                  <a:lnTo>
                    <a:pt x="132" y="0"/>
                  </a:lnTo>
                  <a:lnTo>
                    <a:pt x="0" y="77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B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9"/>
            <p:cNvSpPr/>
            <p:nvPr/>
          </p:nvSpPr>
          <p:spPr bwMode="auto">
            <a:xfrm>
              <a:off x="2099" y="1600"/>
              <a:ext cx="132" cy="57"/>
            </a:xfrm>
            <a:custGeom>
              <a:avLst/>
              <a:gdLst>
                <a:gd name="T0" fmla="*/ 0 w 132"/>
                <a:gd name="T1" fmla="*/ 57 h 57"/>
                <a:gd name="T2" fmla="*/ 132 w 132"/>
                <a:gd name="T3" fmla="*/ 28 h 57"/>
                <a:gd name="T4" fmla="*/ 132 w 132"/>
                <a:gd name="T5" fmla="*/ 0 h 57"/>
                <a:gd name="T6" fmla="*/ 0 w 132"/>
                <a:gd name="T7" fmla="*/ 4 h 57"/>
                <a:gd name="T8" fmla="*/ 0 w 132"/>
                <a:gd name="T9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57">
                  <a:moveTo>
                    <a:pt x="0" y="57"/>
                  </a:moveTo>
                  <a:lnTo>
                    <a:pt x="132" y="28"/>
                  </a:lnTo>
                  <a:lnTo>
                    <a:pt x="132" y="0"/>
                  </a:lnTo>
                  <a:lnTo>
                    <a:pt x="0" y="4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FFB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2099" y="2040"/>
              <a:ext cx="132" cy="65"/>
            </a:xfrm>
            <a:custGeom>
              <a:avLst/>
              <a:gdLst>
                <a:gd name="T0" fmla="*/ 0 w 132"/>
                <a:gd name="T1" fmla="*/ 65 h 65"/>
                <a:gd name="T2" fmla="*/ 132 w 132"/>
                <a:gd name="T3" fmla="*/ 36 h 65"/>
                <a:gd name="T4" fmla="*/ 132 w 132"/>
                <a:gd name="T5" fmla="*/ 4 h 65"/>
                <a:gd name="T6" fmla="*/ 0 w 132"/>
                <a:gd name="T7" fmla="*/ 0 h 65"/>
                <a:gd name="T8" fmla="*/ 0 w 132"/>
                <a:gd name="T9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65">
                  <a:moveTo>
                    <a:pt x="0" y="65"/>
                  </a:moveTo>
                  <a:lnTo>
                    <a:pt x="132" y="36"/>
                  </a:lnTo>
                  <a:lnTo>
                    <a:pt x="132" y="4"/>
                  </a:lnTo>
                  <a:lnTo>
                    <a:pt x="0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FFB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cxnSp>
        <p:nvCxnSpPr>
          <p:cNvPr id="18" name="直接连接符 17"/>
          <p:cNvCxnSpPr/>
          <p:nvPr/>
        </p:nvCxnSpPr>
        <p:spPr>
          <a:xfrm>
            <a:off x="3789159" y="3034041"/>
            <a:ext cx="4250246" cy="0"/>
          </a:xfrm>
          <a:prstGeom prst="line">
            <a:avLst/>
          </a:prstGeom>
          <a:ln w="38100">
            <a:solidFill>
              <a:srgbClr val="FC8E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3789159" y="2434024"/>
            <a:ext cx="41395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900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 </a:t>
            </a:r>
            <a:r>
              <a:rPr lang="zh-CN" altLang="en-US" sz="2400" b="1" dirty="0" smtClean="0">
                <a:solidFill>
                  <a:srgbClr val="FF900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性能测试的一般过程</a:t>
            </a:r>
          </a:p>
        </p:txBody>
      </p:sp>
    </p:spTree>
    <p:extLst>
      <p:ext uri="{BB962C8B-B14F-4D97-AF65-F5344CB8AC3E}">
        <p14:creationId xmlns:p14="http://schemas.microsoft.com/office/powerpoint/2010/main" val="312124961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/>
          <p:cNvGraphicFramePr/>
          <p:nvPr>
            <p:extLst>
              <p:ext uri="{D42A27DB-BD31-4B8C-83A1-F6EECF244321}">
                <p14:modId xmlns:p14="http://schemas.microsoft.com/office/powerpoint/2010/main" val="708340536"/>
              </p:ext>
            </p:extLst>
          </p:nvPr>
        </p:nvGraphicFramePr>
        <p:xfrm>
          <a:off x="1235241" y="1576269"/>
          <a:ext cx="6763353" cy="35058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任意多边形 7"/>
          <p:cNvSpPr/>
          <p:nvPr/>
        </p:nvSpPr>
        <p:spPr>
          <a:xfrm>
            <a:off x="159779" y="793387"/>
            <a:ext cx="2780645" cy="527668"/>
          </a:xfrm>
          <a:custGeom>
            <a:avLst/>
            <a:gdLst>
              <a:gd name="connsiteX0" fmla="*/ 90913 w 4640437"/>
              <a:gd name="connsiteY0" fmla="*/ 0 h 752876"/>
              <a:gd name="connsiteX1" fmla="*/ 4263999 w 4640437"/>
              <a:gd name="connsiteY1" fmla="*/ 0 h 752876"/>
              <a:gd name="connsiteX2" fmla="*/ 4640437 w 4640437"/>
              <a:gd name="connsiteY2" fmla="*/ 376438 h 752876"/>
              <a:gd name="connsiteX3" fmla="*/ 4640436 w 4640437"/>
              <a:gd name="connsiteY3" fmla="*/ 376438 h 752876"/>
              <a:gd name="connsiteX4" fmla="*/ 4263998 w 4640437"/>
              <a:gd name="connsiteY4" fmla="*/ 752876 h 752876"/>
              <a:gd name="connsiteX5" fmla="*/ 90913 w 4640437"/>
              <a:gd name="connsiteY5" fmla="*/ 752875 h 752876"/>
              <a:gd name="connsiteX6" fmla="*/ 15048 w 4640437"/>
              <a:gd name="connsiteY6" fmla="*/ 745227 h 752876"/>
              <a:gd name="connsiteX7" fmla="*/ 0 w 4640437"/>
              <a:gd name="connsiteY7" fmla="*/ 740556 h 752876"/>
              <a:gd name="connsiteX8" fmla="*/ 0 w 4640437"/>
              <a:gd name="connsiteY8" fmla="*/ 12319 h 752876"/>
              <a:gd name="connsiteX9" fmla="*/ 15048 w 4640437"/>
              <a:gd name="connsiteY9" fmla="*/ 7648 h 752876"/>
              <a:gd name="connsiteX10" fmla="*/ 90913 w 4640437"/>
              <a:gd name="connsiteY10" fmla="*/ 0 h 752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640437" h="752876">
                <a:moveTo>
                  <a:pt x="90913" y="0"/>
                </a:moveTo>
                <a:lnTo>
                  <a:pt x="4263999" y="0"/>
                </a:lnTo>
                <a:cubicBezTo>
                  <a:pt x="4471900" y="0"/>
                  <a:pt x="4640437" y="168537"/>
                  <a:pt x="4640437" y="376438"/>
                </a:cubicBezTo>
                <a:lnTo>
                  <a:pt x="4640436" y="376438"/>
                </a:lnTo>
                <a:cubicBezTo>
                  <a:pt x="4640436" y="584339"/>
                  <a:pt x="4471899" y="752876"/>
                  <a:pt x="4263998" y="752876"/>
                </a:cubicBezTo>
                <a:lnTo>
                  <a:pt x="90913" y="752875"/>
                </a:lnTo>
                <a:cubicBezTo>
                  <a:pt x="64926" y="752875"/>
                  <a:pt x="39553" y="750242"/>
                  <a:pt x="15048" y="745227"/>
                </a:cubicBezTo>
                <a:lnTo>
                  <a:pt x="0" y="740556"/>
                </a:lnTo>
                <a:lnTo>
                  <a:pt x="0" y="12319"/>
                </a:lnTo>
                <a:lnTo>
                  <a:pt x="15048" y="7648"/>
                </a:lnTo>
                <a:cubicBezTo>
                  <a:pt x="39553" y="2633"/>
                  <a:pt x="64926" y="0"/>
                  <a:pt x="90913" y="0"/>
                </a:cubicBezTo>
                <a:close/>
              </a:path>
            </a:pathLst>
          </a:custGeom>
          <a:solidFill>
            <a:srgbClr val="FDB7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一般流程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448014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94044" y="900987"/>
            <a:ext cx="32624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2000" b="1" dirty="0" smtClean="0">
                <a:solidFill>
                  <a:schemeClr val="accent2"/>
                </a:solidFill>
                <a:latin typeface="+mn-ea"/>
                <a:ea typeface="微软雅黑" panose="020B0503020204020204" pitchFamily="34" charset="-122"/>
                <a:sym typeface="微软雅黑" panose="020B0503020204020204" pitchFamily="34" charset="-122"/>
              </a:rPr>
              <a:t>明确测试目的进行系统</a:t>
            </a:r>
            <a:r>
              <a:rPr lang="zh-CN" altLang="en-US" sz="2000" b="1" dirty="0">
                <a:solidFill>
                  <a:schemeClr val="accent2"/>
                </a:solidFill>
                <a:latin typeface="+mn-ea"/>
                <a:ea typeface="微软雅黑" panose="020B0503020204020204" pitchFamily="34" charset="-122"/>
                <a:sym typeface="微软雅黑" panose="020B0503020204020204" pitchFamily="34" charset="-122"/>
              </a:rPr>
              <a:t>分析</a:t>
            </a:r>
            <a:endParaRPr lang="en-US" altLang="zh-CN" sz="2000" b="1" dirty="0" smtClean="0">
              <a:solidFill>
                <a:schemeClr val="accent2"/>
              </a:solidFill>
              <a:latin typeface="+mn-ea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953528" y="1364925"/>
            <a:ext cx="3897605" cy="0"/>
          </a:xfrm>
          <a:prstGeom prst="line">
            <a:avLst/>
          </a:prstGeom>
          <a:noFill/>
          <a:ln w="12700" cap="flat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矩形 5"/>
          <p:cNvSpPr/>
          <p:nvPr/>
        </p:nvSpPr>
        <p:spPr>
          <a:xfrm>
            <a:off x="1521667" y="1620558"/>
            <a:ext cx="1376160" cy="463611"/>
          </a:xfrm>
          <a:prstGeom prst="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/>
              <a:t>系统架构</a:t>
            </a:r>
          </a:p>
        </p:txBody>
      </p:sp>
      <p:sp>
        <p:nvSpPr>
          <p:cNvPr id="7" name="矩形 6"/>
          <p:cNvSpPr/>
          <p:nvPr/>
        </p:nvSpPr>
        <p:spPr>
          <a:xfrm>
            <a:off x="1521667" y="2406371"/>
            <a:ext cx="1376160" cy="463611"/>
          </a:xfrm>
          <a:prstGeom prst="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/>
              <a:t>系统业务</a:t>
            </a:r>
          </a:p>
        </p:txBody>
      </p:sp>
      <p:sp>
        <p:nvSpPr>
          <p:cNvPr id="8" name="矩形 7"/>
          <p:cNvSpPr/>
          <p:nvPr/>
        </p:nvSpPr>
        <p:spPr>
          <a:xfrm>
            <a:off x="1521667" y="3192183"/>
            <a:ext cx="1376160" cy="463611"/>
          </a:xfrm>
          <a:prstGeom prst="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/>
              <a:t>系统拓扑</a:t>
            </a:r>
          </a:p>
        </p:txBody>
      </p:sp>
      <p:sp>
        <p:nvSpPr>
          <p:cNvPr id="9" name="矩形 8"/>
          <p:cNvSpPr/>
          <p:nvPr/>
        </p:nvSpPr>
        <p:spPr>
          <a:xfrm>
            <a:off x="1521667" y="4049433"/>
            <a:ext cx="1376160" cy="463611"/>
          </a:xfrm>
          <a:prstGeom prst="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/>
              <a:t>系统数据</a:t>
            </a:r>
          </a:p>
        </p:txBody>
      </p:sp>
      <p:sp>
        <p:nvSpPr>
          <p:cNvPr id="10" name="矩形 9"/>
          <p:cNvSpPr/>
          <p:nvPr/>
        </p:nvSpPr>
        <p:spPr>
          <a:xfrm>
            <a:off x="1521667" y="4835246"/>
            <a:ext cx="1376160" cy="463611"/>
          </a:xfrm>
          <a:prstGeom prst="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/>
              <a:t>系统用户</a:t>
            </a:r>
          </a:p>
        </p:txBody>
      </p:sp>
      <p:sp>
        <p:nvSpPr>
          <p:cNvPr id="12" name="矩形 11"/>
          <p:cNvSpPr/>
          <p:nvPr/>
        </p:nvSpPr>
        <p:spPr>
          <a:xfrm>
            <a:off x="4197647" y="2267336"/>
            <a:ext cx="660562" cy="2491927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sz="20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系统分析</a:t>
            </a:r>
          </a:p>
        </p:txBody>
      </p:sp>
      <p:cxnSp>
        <p:nvCxnSpPr>
          <p:cNvPr id="13" name="直接箭头连接符 12"/>
          <p:cNvCxnSpPr>
            <a:stCxn id="6" idx="3"/>
          </p:cNvCxnSpPr>
          <p:nvPr/>
        </p:nvCxnSpPr>
        <p:spPr>
          <a:xfrm>
            <a:off x="2897827" y="1852364"/>
            <a:ext cx="1267026" cy="9111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7" idx="3"/>
          </p:cNvCxnSpPr>
          <p:nvPr/>
        </p:nvCxnSpPr>
        <p:spPr>
          <a:xfrm>
            <a:off x="2897827" y="2638177"/>
            <a:ext cx="1267026" cy="55400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8" idx="3"/>
          </p:cNvCxnSpPr>
          <p:nvPr/>
        </p:nvCxnSpPr>
        <p:spPr>
          <a:xfrm>
            <a:off x="2897827" y="3423989"/>
            <a:ext cx="1267026" cy="1253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9" idx="3"/>
          </p:cNvCxnSpPr>
          <p:nvPr/>
        </p:nvCxnSpPr>
        <p:spPr>
          <a:xfrm flipV="1">
            <a:off x="2897827" y="3835121"/>
            <a:ext cx="1267026" cy="4461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10" idx="3"/>
          </p:cNvCxnSpPr>
          <p:nvPr/>
        </p:nvCxnSpPr>
        <p:spPr>
          <a:xfrm flipV="1">
            <a:off x="2897827" y="4335184"/>
            <a:ext cx="1267026" cy="7318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右箭头 17"/>
          <p:cNvSpPr/>
          <p:nvPr/>
        </p:nvSpPr>
        <p:spPr>
          <a:xfrm>
            <a:off x="4918955" y="3349215"/>
            <a:ext cx="756762" cy="231806"/>
          </a:xfrm>
          <a:prstGeom prst="rightArrow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5736463" y="2692263"/>
            <a:ext cx="825702" cy="133289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sz="24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业务</a:t>
            </a:r>
            <a:r>
              <a:rPr lang="zh-CN" altLang="en-US" sz="2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模型</a:t>
            </a:r>
            <a:endParaRPr lang="zh-CN" altLang="en-US" sz="24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672458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60639" y="837159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2000" b="1" dirty="0" smtClean="0">
                <a:solidFill>
                  <a:schemeClr val="accent2"/>
                </a:solidFill>
                <a:latin typeface="+mn-ea"/>
                <a:ea typeface="微软雅黑" panose="020B0503020204020204" pitchFamily="34" charset="-122"/>
                <a:sym typeface="微软雅黑" panose="020B0503020204020204" pitchFamily="34" charset="-122"/>
              </a:rPr>
              <a:t>分析系统的五大方向</a:t>
            </a:r>
            <a:endParaRPr lang="en-US" altLang="zh-CN" sz="2000" b="1" dirty="0" smtClean="0">
              <a:solidFill>
                <a:schemeClr val="accent2"/>
              </a:solidFill>
              <a:latin typeface="+mn-ea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80273" y="1301097"/>
            <a:ext cx="3897605" cy="0"/>
          </a:xfrm>
          <a:prstGeom prst="line">
            <a:avLst/>
          </a:prstGeom>
          <a:noFill/>
          <a:ln w="12700" cap="flat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" name="矩形 19"/>
          <p:cNvSpPr/>
          <p:nvPr/>
        </p:nvSpPr>
        <p:spPr>
          <a:xfrm>
            <a:off x="660639" y="1428754"/>
            <a:ext cx="4431125" cy="40995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1800" dirty="0">
                <a:solidFill>
                  <a:schemeClr val="accent2"/>
                </a:solidFill>
                <a:latin typeface="+mn-ea"/>
              </a:rPr>
              <a:t>系统架构分析</a:t>
            </a:r>
            <a:endParaRPr lang="en-US" altLang="zh-CN" sz="1800" dirty="0">
              <a:solidFill>
                <a:schemeClr val="accent2"/>
              </a:solidFill>
              <a:latin typeface="+mn-ea"/>
            </a:endParaRPr>
          </a:p>
          <a:p>
            <a:pPr marL="685800" lvl="2">
              <a:spcBef>
                <a:spcPts val="1000"/>
              </a:spcBef>
              <a:defRPr/>
            </a:pPr>
            <a:r>
              <a:rPr lang="zh-CN" altLang="en-US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获取或者构造系统架构图</a:t>
            </a: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85800" lvl="2">
              <a:spcBef>
                <a:spcPts val="1000"/>
              </a:spcBef>
              <a:defRPr/>
            </a:pPr>
            <a:r>
              <a:rPr lang="zh-CN" altLang="en-US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确定系统或者自系统不同模块之间的数据传递</a:t>
            </a: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85800" lvl="2">
              <a:spcBef>
                <a:spcPts val="1000"/>
              </a:spcBef>
              <a:defRPr/>
            </a:pP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 indent="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1800" dirty="0" smtClean="0">
                <a:solidFill>
                  <a:schemeClr val="accent2"/>
                </a:solidFill>
                <a:latin typeface="+mn-ea"/>
              </a:rPr>
              <a:t>系统</a:t>
            </a:r>
            <a:r>
              <a:rPr lang="zh-CN" altLang="en-US" sz="1800" dirty="0">
                <a:solidFill>
                  <a:schemeClr val="accent2"/>
                </a:solidFill>
                <a:latin typeface="+mn-ea"/>
              </a:rPr>
              <a:t>业务分析</a:t>
            </a:r>
            <a:endParaRPr lang="en-US" altLang="zh-CN" sz="1800" dirty="0">
              <a:solidFill>
                <a:schemeClr val="accent2"/>
              </a:solidFill>
              <a:latin typeface="+mn-ea"/>
            </a:endParaRPr>
          </a:p>
          <a:p>
            <a:pPr marL="685800" lvl="2">
              <a:spcBef>
                <a:spcPts val="1000"/>
              </a:spcBef>
              <a:defRPr/>
            </a:pPr>
            <a:r>
              <a:rPr lang="zh-CN" altLang="en-US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系统完成的典型业务</a:t>
            </a: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85800" lvl="2">
              <a:spcBef>
                <a:spcPts val="1000"/>
              </a:spcBef>
              <a:defRPr/>
            </a:pPr>
            <a:r>
              <a:rPr lang="zh-CN" altLang="en-US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业务在系统使用的频率</a:t>
            </a: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85800" lvl="2">
              <a:spcBef>
                <a:spcPts val="1000"/>
              </a:spcBef>
              <a:defRPr/>
            </a:pPr>
            <a:r>
              <a:rPr lang="zh-CN" altLang="en-US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业务可能对系统产生的压力</a:t>
            </a: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85800" lvl="2">
              <a:spcBef>
                <a:spcPts val="1000"/>
              </a:spcBef>
              <a:defRPr/>
            </a:pP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 indent="0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1800" dirty="0" smtClean="0">
                <a:solidFill>
                  <a:schemeClr val="accent2"/>
                </a:solidFill>
                <a:latin typeface="+mn-ea"/>
              </a:rPr>
              <a:t>系统</a:t>
            </a:r>
            <a:r>
              <a:rPr lang="zh-CN" altLang="en-US" sz="1800" dirty="0">
                <a:solidFill>
                  <a:schemeClr val="accent2"/>
                </a:solidFill>
                <a:latin typeface="+mn-ea"/>
              </a:rPr>
              <a:t>拓扑分析</a:t>
            </a:r>
            <a:endParaRPr lang="en-US" altLang="zh-CN" sz="1800" dirty="0">
              <a:solidFill>
                <a:schemeClr val="accent2"/>
              </a:solidFill>
              <a:latin typeface="+mn-ea"/>
            </a:endParaRPr>
          </a:p>
          <a:p>
            <a:pPr marL="685800" lvl="2">
              <a:spcBef>
                <a:spcPts val="1000"/>
              </a:spcBef>
              <a:defRPr/>
            </a:pPr>
            <a:r>
              <a:rPr lang="zh-CN" altLang="en-US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服务器配置及数量</a:t>
            </a: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85800" lvl="2">
              <a:spcBef>
                <a:spcPts val="1000"/>
              </a:spcBef>
              <a:defRPr/>
            </a:pPr>
            <a:r>
              <a:rPr lang="zh-CN" altLang="en-US" sz="1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网络</a:t>
            </a:r>
            <a:r>
              <a:rPr lang="zh-CN" altLang="en-US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基础设施</a:t>
            </a:r>
            <a:r>
              <a:rPr lang="zh-CN" altLang="en-US" sz="1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情况</a:t>
            </a: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808847" y="1428754"/>
            <a:ext cx="2796139" cy="337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1800" dirty="0">
                <a:solidFill>
                  <a:schemeClr val="accent2"/>
                </a:solidFill>
                <a:latin typeface="+mn-ea"/>
              </a:rPr>
              <a:t>系统数据分析</a:t>
            </a:r>
            <a:endParaRPr lang="en-US" altLang="zh-CN" sz="1800" dirty="0">
              <a:solidFill>
                <a:schemeClr val="accent2"/>
              </a:solidFill>
              <a:latin typeface="+mn-ea"/>
            </a:endParaRPr>
          </a:p>
          <a:p>
            <a:pPr marL="685800" lvl="2">
              <a:lnSpc>
                <a:spcPct val="80000"/>
              </a:lnSpc>
              <a:spcBef>
                <a:spcPts val="1000"/>
              </a:spcBef>
              <a:defRPr/>
            </a:pPr>
            <a:r>
              <a:rPr lang="zh-CN" altLang="en-US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数据类型</a:t>
            </a: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85800" lvl="2">
              <a:lnSpc>
                <a:spcPct val="80000"/>
              </a:lnSpc>
              <a:spcBef>
                <a:spcPts val="1000"/>
              </a:spcBef>
              <a:defRPr/>
            </a:pPr>
            <a:r>
              <a:rPr lang="zh-CN" altLang="en-US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数据流</a:t>
            </a: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85800" lvl="2">
              <a:lnSpc>
                <a:spcPct val="80000"/>
              </a:lnSpc>
              <a:spcBef>
                <a:spcPts val="1000"/>
              </a:spcBef>
              <a:defRPr/>
            </a:pPr>
            <a:r>
              <a:rPr lang="zh-CN" altLang="en-US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数据量</a:t>
            </a: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85800" lvl="2">
              <a:lnSpc>
                <a:spcPct val="80000"/>
              </a:lnSpc>
              <a:spcBef>
                <a:spcPts val="1000"/>
              </a:spcBef>
              <a:defRPr/>
            </a:pPr>
            <a:r>
              <a:rPr lang="zh-CN" altLang="en-US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数据存储方式</a:t>
            </a: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85800" lvl="2">
              <a:lnSpc>
                <a:spcPct val="80000"/>
              </a:lnSpc>
              <a:spcBef>
                <a:spcPts val="1000"/>
              </a:spcBef>
              <a:defRPr/>
            </a:pPr>
            <a:endParaRPr lang="en-US" altLang="zh-CN" sz="1600" dirty="0"/>
          </a:p>
          <a:p>
            <a:pPr marL="0" lvl="1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1800" dirty="0">
                <a:solidFill>
                  <a:schemeClr val="accent2"/>
                </a:solidFill>
                <a:latin typeface="+mn-ea"/>
              </a:rPr>
              <a:t>系统用户分析</a:t>
            </a:r>
            <a:endParaRPr lang="en-US" altLang="zh-CN" sz="1800" dirty="0">
              <a:solidFill>
                <a:schemeClr val="accent2"/>
              </a:solidFill>
              <a:latin typeface="+mn-ea"/>
            </a:endParaRPr>
          </a:p>
          <a:p>
            <a:pPr marL="685800" lvl="2">
              <a:lnSpc>
                <a:spcPct val="80000"/>
              </a:lnSpc>
              <a:spcBef>
                <a:spcPts val="1000"/>
              </a:spcBef>
              <a:defRPr/>
            </a:pPr>
            <a:r>
              <a:rPr lang="zh-CN" altLang="en-US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用户类型</a:t>
            </a: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85800" lvl="2">
              <a:lnSpc>
                <a:spcPct val="80000"/>
              </a:lnSpc>
              <a:spcBef>
                <a:spcPts val="1000"/>
              </a:spcBef>
              <a:defRPr/>
            </a:pPr>
            <a:r>
              <a:rPr lang="zh-CN" altLang="en-US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用户数量</a:t>
            </a: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85800" lvl="2">
              <a:lnSpc>
                <a:spcPct val="80000"/>
              </a:lnSpc>
              <a:spcBef>
                <a:spcPts val="1000"/>
              </a:spcBef>
              <a:defRPr/>
            </a:pPr>
            <a:r>
              <a:rPr lang="zh-CN" altLang="en-US" sz="1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用户行为</a:t>
            </a:r>
            <a:endParaRPr lang="en-US" altLang="zh-CN" sz="14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85800" lvl="2">
              <a:lnSpc>
                <a:spcPct val="80000"/>
              </a:lnSpc>
              <a:spcBef>
                <a:spcPts val="1000"/>
              </a:spcBef>
              <a:defRPr/>
            </a:pPr>
            <a:r>
              <a:rPr lang="zh-CN" altLang="en-US" sz="1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</a:t>
            </a:r>
            <a:r>
              <a:rPr lang="zh-CN" altLang="en-US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分布</a:t>
            </a: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4311673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786049" y="710857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2000" b="1" dirty="0" smtClean="0">
                <a:solidFill>
                  <a:schemeClr val="accent2"/>
                </a:solidFill>
                <a:latin typeface="+mn-ea"/>
                <a:ea typeface="微软雅黑" panose="020B0503020204020204" pitchFamily="34" charset="-122"/>
                <a:sym typeface="微软雅黑" panose="020B0503020204020204" pitchFamily="34" charset="-122"/>
              </a:rPr>
              <a:t>性能测试用例及场景</a:t>
            </a:r>
            <a:endParaRPr lang="en-US" altLang="zh-CN" sz="2000" b="1" dirty="0" smtClean="0">
              <a:solidFill>
                <a:schemeClr val="accent2"/>
              </a:solidFill>
              <a:latin typeface="+mn-ea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944166" y="1210921"/>
            <a:ext cx="3897605" cy="0"/>
          </a:xfrm>
          <a:prstGeom prst="line">
            <a:avLst/>
          </a:prstGeom>
          <a:noFill/>
          <a:ln w="12700" cap="flat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矩形 5"/>
          <p:cNvSpPr/>
          <p:nvPr/>
        </p:nvSpPr>
        <p:spPr>
          <a:xfrm>
            <a:off x="1458178" y="2821288"/>
            <a:ext cx="1000125" cy="10001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性能测试指标</a:t>
            </a:r>
          </a:p>
        </p:txBody>
      </p:sp>
      <p:sp>
        <p:nvSpPr>
          <p:cNvPr id="7" name="矩形 6"/>
          <p:cNvSpPr/>
          <p:nvPr/>
        </p:nvSpPr>
        <p:spPr>
          <a:xfrm>
            <a:off x="1172428" y="1535413"/>
            <a:ext cx="1643062" cy="4286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性能测试脚本</a:t>
            </a:r>
          </a:p>
        </p:txBody>
      </p:sp>
      <p:sp>
        <p:nvSpPr>
          <p:cNvPr id="8" name="矩形 7"/>
          <p:cNvSpPr/>
          <p:nvPr/>
        </p:nvSpPr>
        <p:spPr>
          <a:xfrm>
            <a:off x="2386865" y="4750100"/>
            <a:ext cx="1785938" cy="5000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性能监控模型</a:t>
            </a:r>
          </a:p>
        </p:txBody>
      </p:sp>
      <p:sp>
        <p:nvSpPr>
          <p:cNvPr id="9" name="矩形 8"/>
          <p:cNvSpPr/>
          <p:nvPr/>
        </p:nvSpPr>
        <p:spPr>
          <a:xfrm>
            <a:off x="3172678" y="2606975"/>
            <a:ext cx="785812" cy="150018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开发设置</a:t>
            </a:r>
          </a:p>
        </p:txBody>
      </p:sp>
      <p:cxnSp>
        <p:nvCxnSpPr>
          <p:cNvPr id="10" name="直接箭头连接符 9"/>
          <p:cNvCxnSpPr>
            <a:stCxn id="7" idx="3"/>
            <a:endCxn id="9" idx="0"/>
          </p:cNvCxnSpPr>
          <p:nvPr/>
        </p:nvCxnSpPr>
        <p:spPr>
          <a:xfrm>
            <a:off x="2815490" y="1749725"/>
            <a:ext cx="749300" cy="857250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8" idx="0"/>
            <a:endCxn id="9" idx="2"/>
          </p:cNvCxnSpPr>
          <p:nvPr/>
        </p:nvCxnSpPr>
        <p:spPr>
          <a:xfrm rot="5400000" flipH="1" flipV="1">
            <a:off x="3100446" y="4285757"/>
            <a:ext cx="642937" cy="285750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右箭头 12"/>
          <p:cNvSpPr/>
          <p:nvPr/>
        </p:nvSpPr>
        <p:spPr>
          <a:xfrm>
            <a:off x="2531444" y="3249914"/>
            <a:ext cx="567891" cy="142874"/>
          </a:xfrm>
          <a:prstGeom prst="rightArrow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b="1" dirty="0"/>
          </a:p>
        </p:txBody>
      </p:sp>
      <p:sp>
        <p:nvSpPr>
          <p:cNvPr id="14" name="矩形 13"/>
          <p:cNvSpPr/>
          <p:nvPr/>
        </p:nvSpPr>
        <p:spPr>
          <a:xfrm>
            <a:off x="4744303" y="2106913"/>
            <a:ext cx="1928812" cy="4286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性能测试场景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744303" y="2749850"/>
            <a:ext cx="1928812" cy="4286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性能测试场景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02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744303" y="3321350"/>
            <a:ext cx="1928812" cy="4286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性能测试场景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03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744303" y="4035725"/>
            <a:ext cx="1928812" cy="4286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性能测试场景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0N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8" name="直接箭头连接符 17"/>
          <p:cNvCxnSpPr>
            <a:endCxn id="14" idx="1"/>
          </p:cNvCxnSpPr>
          <p:nvPr/>
        </p:nvCxnSpPr>
        <p:spPr>
          <a:xfrm flipV="1">
            <a:off x="3958490" y="2321225"/>
            <a:ext cx="785813" cy="714375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9" idx="3"/>
            <a:endCxn id="15" idx="1"/>
          </p:cNvCxnSpPr>
          <p:nvPr/>
        </p:nvCxnSpPr>
        <p:spPr>
          <a:xfrm flipV="1">
            <a:off x="3958490" y="2964163"/>
            <a:ext cx="785813" cy="393700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endCxn id="16" idx="1"/>
          </p:cNvCxnSpPr>
          <p:nvPr/>
        </p:nvCxnSpPr>
        <p:spPr>
          <a:xfrm>
            <a:off x="3958490" y="3517407"/>
            <a:ext cx="785813" cy="18256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endCxn id="17" idx="1"/>
          </p:cNvCxnSpPr>
          <p:nvPr/>
        </p:nvCxnSpPr>
        <p:spPr>
          <a:xfrm>
            <a:off x="3958490" y="3678538"/>
            <a:ext cx="785813" cy="571500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1172428" y="2249788"/>
            <a:ext cx="1643062" cy="35718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负载模型</a:t>
            </a:r>
          </a:p>
        </p:txBody>
      </p:sp>
      <p:cxnSp>
        <p:nvCxnSpPr>
          <p:cNvPr id="23" name="直接箭头连接符 22"/>
          <p:cNvCxnSpPr>
            <a:stCxn id="22" idx="3"/>
          </p:cNvCxnSpPr>
          <p:nvPr/>
        </p:nvCxnSpPr>
        <p:spPr>
          <a:xfrm>
            <a:off x="2815490" y="2427588"/>
            <a:ext cx="357188" cy="322262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217794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60639" y="837159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2000" b="1" dirty="0" smtClean="0">
                <a:solidFill>
                  <a:schemeClr val="accent2"/>
                </a:solidFill>
                <a:latin typeface="+mn-ea"/>
                <a:ea typeface="微软雅黑" panose="020B0503020204020204" pitchFamily="34" charset="-122"/>
                <a:sym typeface="微软雅黑" panose="020B0503020204020204" pitchFamily="34" charset="-122"/>
              </a:rPr>
              <a:t>测试报告构成</a:t>
            </a:r>
            <a:endParaRPr lang="en-US" altLang="zh-CN" sz="2000" b="1" dirty="0" smtClean="0">
              <a:solidFill>
                <a:schemeClr val="accent2"/>
              </a:solidFill>
              <a:latin typeface="+mn-ea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80273" y="1301097"/>
            <a:ext cx="3897605" cy="0"/>
          </a:xfrm>
          <a:prstGeom prst="line">
            <a:avLst/>
          </a:prstGeom>
          <a:noFill/>
          <a:ln w="12700" cap="flat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折角形 5"/>
          <p:cNvSpPr/>
          <p:nvPr/>
        </p:nvSpPr>
        <p:spPr>
          <a:xfrm>
            <a:off x="780273" y="3381051"/>
            <a:ext cx="1023397" cy="1050603"/>
          </a:xfrm>
          <a:prstGeom prst="foldedCorner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性能测试结果数据</a:t>
            </a:r>
          </a:p>
        </p:txBody>
      </p:sp>
      <p:sp>
        <p:nvSpPr>
          <p:cNvPr id="7" name="折角形 6"/>
          <p:cNvSpPr/>
          <p:nvPr/>
        </p:nvSpPr>
        <p:spPr>
          <a:xfrm>
            <a:off x="1637523" y="2452363"/>
            <a:ext cx="1023397" cy="1050604"/>
          </a:xfrm>
          <a:prstGeom prst="foldedCorner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性能测试用例</a:t>
            </a:r>
          </a:p>
        </p:txBody>
      </p:sp>
      <p:sp>
        <p:nvSpPr>
          <p:cNvPr id="8" name="折角形 7"/>
          <p:cNvSpPr/>
          <p:nvPr/>
        </p:nvSpPr>
        <p:spPr>
          <a:xfrm>
            <a:off x="923148" y="1523676"/>
            <a:ext cx="1023397" cy="1050603"/>
          </a:xfrm>
          <a:prstGeom prst="foldedCorner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性能测试模型</a:t>
            </a:r>
          </a:p>
        </p:txBody>
      </p:sp>
      <p:sp>
        <p:nvSpPr>
          <p:cNvPr id="9" name="折角形 8"/>
          <p:cNvSpPr/>
          <p:nvPr/>
        </p:nvSpPr>
        <p:spPr>
          <a:xfrm>
            <a:off x="1994710" y="3738238"/>
            <a:ext cx="1023397" cy="1050604"/>
          </a:xfrm>
          <a:prstGeom prst="foldedCorner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结果分析数据</a:t>
            </a:r>
          </a:p>
        </p:txBody>
      </p:sp>
      <p:sp>
        <p:nvSpPr>
          <p:cNvPr id="10" name="右箭头 9"/>
          <p:cNvSpPr/>
          <p:nvPr/>
        </p:nvSpPr>
        <p:spPr>
          <a:xfrm>
            <a:off x="2923398" y="2952426"/>
            <a:ext cx="1279246" cy="494402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折角形 11"/>
          <p:cNvSpPr/>
          <p:nvPr/>
        </p:nvSpPr>
        <p:spPr>
          <a:xfrm>
            <a:off x="4423585" y="2309488"/>
            <a:ext cx="1023397" cy="1545006"/>
          </a:xfrm>
          <a:prstGeom prst="foldedCorner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性能测试报告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6209524" y="1452239"/>
            <a:ext cx="1663020" cy="43260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C8E0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测试环境及说明</a:t>
            </a:r>
          </a:p>
        </p:txBody>
      </p:sp>
      <p:sp>
        <p:nvSpPr>
          <p:cNvPr id="14" name="圆角矩形 13"/>
          <p:cNvSpPr/>
          <p:nvPr/>
        </p:nvSpPr>
        <p:spPr>
          <a:xfrm>
            <a:off x="6209523" y="2023739"/>
            <a:ext cx="1726982" cy="43260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C8E0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性能测试模型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6209523" y="2595239"/>
            <a:ext cx="1726982" cy="43260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C8E0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测试工具引入</a:t>
            </a:r>
          </a:p>
        </p:txBody>
      </p:sp>
      <p:sp>
        <p:nvSpPr>
          <p:cNvPr id="16" name="圆角矩形 15"/>
          <p:cNvSpPr/>
          <p:nvPr/>
        </p:nvSpPr>
        <p:spPr>
          <a:xfrm>
            <a:off x="6209523" y="3166739"/>
            <a:ext cx="1726982" cy="43260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C8E0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性能测试结果</a:t>
            </a:r>
          </a:p>
        </p:txBody>
      </p:sp>
      <p:sp>
        <p:nvSpPr>
          <p:cNvPr id="17" name="圆角矩形 16"/>
          <p:cNvSpPr/>
          <p:nvPr/>
        </p:nvSpPr>
        <p:spPr>
          <a:xfrm>
            <a:off x="6209523" y="3738239"/>
            <a:ext cx="1726982" cy="43260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C8E0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性能测试分析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6209523" y="4309739"/>
            <a:ext cx="1726982" cy="43260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C8E0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性能测试结论</a:t>
            </a:r>
          </a:p>
        </p:txBody>
      </p:sp>
      <p:sp>
        <p:nvSpPr>
          <p:cNvPr id="19" name="圆角矩形 18"/>
          <p:cNvSpPr/>
          <p:nvPr/>
        </p:nvSpPr>
        <p:spPr>
          <a:xfrm>
            <a:off x="6209523" y="4881239"/>
            <a:ext cx="1726982" cy="43260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C8E0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风险及建议</a:t>
            </a:r>
          </a:p>
        </p:txBody>
      </p:sp>
      <p:sp>
        <p:nvSpPr>
          <p:cNvPr id="21" name="左大括号 20"/>
          <p:cNvSpPr/>
          <p:nvPr/>
        </p:nvSpPr>
        <p:spPr>
          <a:xfrm>
            <a:off x="5423710" y="1364926"/>
            <a:ext cx="780341" cy="355007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344166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4"/>
          <p:cNvGrpSpPr>
            <a:grpSpLocks noChangeAspect="1"/>
          </p:cNvGrpSpPr>
          <p:nvPr/>
        </p:nvGrpSpPr>
        <p:grpSpPr bwMode="auto">
          <a:xfrm>
            <a:off x="1179156" y="1134621"/>
            <a:ext cx="1825625" cy="3994150"/>
            <a:chOff x="1529" y="9"/>
            <a:chExt cx="1150" cy="2516"/>
          </a:xfrm>
        </p:grpSpPr>
        <p:sp>
          <p:nvSpPr>
            <p:cNvPr id="11" name="AutoShape 3"/>
            <p:cNvSpPr>
              <a:spLocks noChangeAspect="1" noChangeArrowheads="1" noTextEdit="1"/>
            </p:cNvSpPr>
            <p:nvPr/>
          </p:nvSpPr>
          <p:spPr bwMode="auto">
            <a:xfrm>
              <a:off x="1529" y="9"/>
              <a:ext cx="1150" cy="2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Oval 5"/>
            <p:cNvSpPr>
              <a:spLocks noChangeArrowheads="1"/>
            </p:cNvSpPr>
            <p:nvPr/>
          </p:nvSpPr>
          <p:spPr bwMode="auto">
            <a:xfrm>
              <a:off x="1664" y="2417"/>
              <a:ext cx="880" cy="107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6"/>
            <p:cNvSpPr/>
            <p:nvPr/>
          </p:nvSpPr>
          <p:spPr bwMode="auto">
            <a:xfrm>
              <a:off x="1530" y="10"/>
              <a:ext cx="1149" cy="2463"/>
            </a:xfrm>
            <a:custGeom>
              <a:avLst/>
              <a:gdLst>
                <a:gd name="T0" fmla="*/ 936 w 1149"/>
                <a:gd name="T1" fmla="*/ 1834 h 2463"/>
                <a:gd name="T2" fmla="*/ 701 w 1149"/>
                <a:gd name="T3" fmla="*/ 1805 h 2463"/>
                <a:gd name="T4" fmla="*/ 701 w 1149"/>
                <a:gd name="T5" fmla="*/ 1590 h 2463"/>
                <a:gd name="T6" fmla="*/ 766 w 1149"/>
                <a:gd name="T7" fmla="*/ 1589 h 2463"/>
                <a:gd name="T8" fmla="*/ 801 w 1149"/>
                <a:gd name="T9" fmla="*/ 1281 h 2463"/>
                <a:gd name="T10" fmla="*/ 701 w 1149"/>
                <a:gd name="T11" fmla="*/ 1292 h 2463"/>
                <a:gd name="T12" fmla="*/ 701 w 1149"/>
                <a:gd name="T13" fmla="*/ 1067 h 2463"/>
                <a:gd name="T14" fmla="*/ 981 w 1149"/>
                <a:gd name="T15" fmla="*/ 902 h 2463"/>
                <a:gd name="T16" fmla="*/ 1038 w 1149"/>
                <a:gd name="T17" fmla="*/ 1044 h 2463"/>
                <a:gd name="T18" fmla="*/ 1149 w 1149"/>
                <a:gd name="T19" fmla="*/ 688 h 2463"/>
                <a:gd name="T20" fmla="*/ 846 w 1149"/>
                <a:gd name="T21" fmla="*/ 532 h 2463"/>
                <a:gd name="T22" fmla="*/ 901 w 1149"/>
                <a:gd name="T23" fmla="*/ 683 h 2463"/>
                <a:gd name="T24" fmla="*/ 701 w 1149"/>
                <a:gd name="T25" fmla="*/ 772 h 2463"/>
                <a:gd name="T26" fmla="*/ 701 w 1149"/>
                <a:gd name="T27" fmla="*/ 563 h 2463"/>
                <a:gd name="T28" fmla="*/ 757 w 1149"/>
                <a:gd name="T29" fmla="*/ 582 h 2463"/>
                <a:gd name="T30" fmla="*/ 887 w 1149"/>
                <a:gd name="T31" fmla="*/ 287 h 2463"/>
                <a:gd name="T32" fmla="*/ 325 w 1149"/>
                <a:gd name="T33" fmla="*/ 157 h 2463"/>
                <a:gd name="T34" fmla="*/ 387 w 1149"/>
                <a:gd name="T35" fmla="*/ 0 h 2463"/>
                <a:gd name="T36" fmla="*/ 26 w 1149"/>
                <a:gd name="T37" fmla="*/ 201 h 2463"/>
                <a:gd name="T38" fmla="*/ 150 w 1149"/>
                <a:gd name="T39" fmla="*/ 558 h 2463"/>
                <a:gd name="T40" fmla="*/ 222 w 1149"/>
                <a:gd name="T41" fmla="*/ 395 h 2463"/>
                <a:gd name="T42" fmla="*/ 569 w 1149"/>
                <a:gd name="T43" fmla="*/ 516 h 2463"/>
                <a:gd name="T44" fmla="*/ 569 w 1149"/>
                <a:gd name="T45" fmla="*/ 831 h 2463"/>
                <a:gd name="T46" fmla="*/ 434 w 1149"/>
                <a:gd name="T47" fmla="*/ 893 h 2463"/>
                <a:gd name="T48" fmla="*/ 533 w 1149"/>
                <a:gd name="T49" fmla="*/ 1166 h 2463"/>
                <a:gd name="T50" fmla="*/ 569 w 1149"/>
                <a:gd name="T51" fmla="*/ 1144 h 2463"/>
                <a:gd name="T52" fmla="*/ 569 w 1149"/>
                <a:gd name="T53" fmla="*/ 1307 h 2463"/>
                <a:gd name="T54" fmla="*/ 234 w 1149"/>
                <a:gd name="T55" fmla="*/ 1344 h 2463"/>
                <a:gd name="T56" fmla="*/ 201 w 1149"/>
                <a:gd name="T57" fmla="*/ 1168 h 2463"/>
                <a:gd name="T58" fmla="*/ 0 w 1149"/>
                <a:gd name="T59" fmla="*/ 1490 h 2463"/>
                <a:gd name="T60" fmla="*/ 308 w 1149"/>
                <a:gd name="T61" fmla="*/ 1769 h 2463"/>
                <a:gd name="T62" fmla="*/ 282 w 1149"/>
                <a:gd name="T63" fmla="*/ 1600 h 2463"/>
                <a:gd name="T64" fmla="*/ 569 w 1149"/>
                <a:gd name="T65" fmla="*/ 1594 h 2463"/>
                <a:gd name="T66" fmla="*/ 569 w 1149"/>
                <a:gd name="T67" fmla="*/ 1788 h 2463"/>
                <a:gd name="T68" fmla="*/ 476 w 1149"/>
                <a:gd name="T69" fmla="*/ 1777 h 2463"/>
                <a:gd name="T70" fmla="*/ 501 w 1149"/>
                <a:gd name="T71" fmla="*/ 2027 h 2463"/>
                <a:gd name="T72" fmla="*/ 569 w 1149"/>
                <a:gd name="T73" fmla="*/ 2030 h 2463"/>
                <a:gd name="T74" fmla="*/ 569 w 1149"/>
                <a:gd name="T75" fmla="*/ 2463 h 2463"/>
                <a:gd name="T76" fmla="*/ 701 w 1149"/>
                <a:gd name="T77" fmla="*/ 2463 h 2463"/>
                <a:gd name="T78" fmla="*/ 701 w 1149"/>
                <a:gd name="T79" fmla="*/ 2034 h 2463"/>
                <a:gd name="T80" fmla="*/ 894 w 1149"/>
                <a:gd name="T81" fmla="*/ 2042 h 2463"/>
                <a:gd name="T82" fmla="*/ 871 w 1149"/>
                <a:gd name="T83" fmla="*/ 2178 h 2463"/>
                <a:gd name="T84" fmla="*/ 1125 w 1149"/>
                <a:gd name="T85" fmla="*/ 1955 h 2463"/>
                <a:gd name="T86" fmla="*/ 964 w 1149"/>
                <a:gd name="T87" fmla="*/ 1692 h 2463"/>
                <a:gd name="T88" fmla="*/ 936 w 1149"/>
                <a:gd name="T89" fmla="*/ 1834 h 2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49" h="2463">
                  <a:moveTo>
                    <a:pt x="936" y="1834"/>
                  </a:moveTo>
                  <a:lnTo>
                    <a:pt x="701" y="1805"/>
                  </a:lnTo>
                  <a:lnTo>
                    <a:pt x="701" y="1590"/>
                  </a:lnTo>
                  <a:lnTo>
                    <a:pt x="766" y="1589"/>
                  </a:lnTo>
                  <a:lnTo>
                    <a:pt x="801" y="1281"/>
                  </a:lnTo>
                  <a:lnTo>
                    <a:pt x="701" y="1292"/>
                  </a:lnTo>
                  <a:lnTo>
                    <a:pt x="701" y="1067"/>
                  </a:lnTo>
                  <a:lnTo>
                    <a:pt x="981" y="902"/>
                  </a:lnTo>
                  <a:lnTo>
                    <a:pt x="1038" y="1044"/>
                  </a:lnTo>
                  <a:lnTo>
                    <a:pt x="1149" y="688"/>
                  </a:lnTo>
                  <a:lnTo>
                    <a:pt x="846" y="532"/>
                  </a:lnTo>
                  <a:lnTo>
                    <a:pt x="901" y="683"/>
                  </a:lnTo>
                  <a:lnTo>
                    <a:pt x="701" y="772"/>
                  </a:lnTo>
                  <a:lnTo>
                    <a:pt x="701" y="563"/>
                  </a:lnTo>
                  <a:lnTo>
                    <a:pt x="757" y="582"/>
                  </a:lnTo>
                  <a:lnTo>
                    <a:pt x="887" y="287"/>
                  </a:lnTo>
                  <a:lnTo>
                    <a:pt x="325" y="157"/>
                  </a:lnTo>
                  <a:lnTo>
                    <a:pt x="387" y="0"/>
                  </a:lnTo>
                  <a:lnTo>
                    <a:pt x="26" y="201"/>
                  </a:lnTo>
                  <a:lnTo>
                    <a:pt x="150" y="558"/>
                  </a:lnTo>
                  <a:lnTo>
                    <a:pt x="222" y="395"/>
                  </a:lnTo>
                  <a:lnTo>
                    <a:pt x="569" y="516"/>
                  </a:lnTo>
                  <a:lnTo>
                    <a:pt x="569" y="831"/>
                  </a:lnTo>
                  <a:lnTo>
                    <a:pt x="434" y="893"/>
                  </a:lnTo>
                  <a:lnTo>
                    <a:pt x="533" y="1166"/>
                  </a:lnTo>
                  <a:lnTo>
                    <a:pt x="569" y="1144"/>
                  </a:lnTo>
                  <a:lnTo>
                    <a:pt x="569" y="1307"/>
                  </a:lnTo>
                  <a:lnTo>
                    <a:pt x="234" y="1344"/>
                  </a:lnTo>
                  <a:lnTo>
                    <a:pt x="201" y="1168"/>
                  </a:lnTo>
                  <a:lnTo>
                    <a:pt x="0" y="1490"/>
                  </a:lnTo>
                  <a:lnTo>
                    <a:pt x="308" y="1769"/>
                  </a:lnTo>
                  <a:lnTo>
                    <a:pt x="282" y="1600"/>
                  </a:lnTo>
                  <a:lnTo>
                    <a:pt x="569" y="1594"/>
                  </a:lnTo>
                  <a:lnTo>
                    <a:pt x="569" y="1788"/>
                  </a:lnTo>
                  <a:lnTo>
                    <a:pt x="476" y="1777"/>
                  </a:lnTo>
                  <a:lnTo>
                    <a:pt x="501" y="2027"/>
                  </a:lnTo>
                  <a:lnTo>
                    <a:pt x="569" y="2030"/>
                  </a:lnTo>
                  <a:lnTo>
                    <a:pt x="569" y="2463"/>
                  </a:lnTo>
                  <a:lnTo>
                    <a:pt x="701" y="2463"/>
                  </a:lnTo>
                  <a:lnTo>
                    <a:pt x="701" y="2034"/>
                  </a:lnTo>
                  <a:lnTo>
                    <a:pt x="894" y="2042"/>
                  </a:lnTo>
                  <a:lnTo>
                    <a:pt x="871" y="2178"/>
                  </a:lnTo>
                  <a:lnTo>
                    <a:pt x="1125" y="1955"/>
                  </a:lnTo>
                  <a:lnTo>
                    <a:pt x="964" y="1692"/>
                  </a:lnTo>
                  <a:lnTo>
                    <a:pt x="936" y="1834"/>
                  </a:lnTo>
                  <a:close/>
                </a:path>
              </a:pathLst>
            </a:custGeom>
            <a:solidFill>
              <a:srgbClr val="FFCE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7"/>
            <p:cNvSpPr/>
            <p:nvPr/>
          </p:nvSpPr>
          <p:spPr bwMode="auto">
            <a:xfrm>
              <a:off x="2099" y="526"/>
              <a:ext cx="132" cy="67"/>
            </a:xfrm>
            <a:custGeom>
              <a:avLst/>
              <a:gdLst>
                <a:gd name="T0" fmla="*/ 0 w 132"/>
                <a:gd name="T1" fmla="*/ 0 h 67"/>
                <a:gd name="T2" fmla="*/ 0 w 132"/>
                <a:gd name="T3" fmla="*/ 67 h 67"/>
                <a:gd name="T4" fmla="*/ 132 w 132"/>
                <a:gd name="T5" fmla="*/ 47 h 67"/>
                <a:gd name="T6" fmla="*/ 0 w 132"/>
                <a:gd name="T7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2" h="67">
                  <a:moveTo>
                    <a:pt x="0" y="0"/>
                  </a:moveTo>
                  <a:lnTo>
                    <a:pt x="0" y="67"/>
                  </a:lnTo>
                  <a:lnTo>
                    <a:pt x="132" y="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8"/>
            <p:cNvSpPr/>
            <p:nvPr/>
          </p:nvSpPr>
          <p:spPr bwMode="auto">
            <a:xfrm>
              <a:off x="2099" y="1077"/>
              <a:ext cx="132" cy="83"/>
            </a:xfrm>
            <a:custGeom>
              <a:avLst/>
              <a:gdLst>
                <a:gd name="T0" fmla="*/ 0 w 132"/>
                <a:gd name="T1" fmla="*/ 83 h 83"/>
                <a:gd name="T2" fmla="*/ 132 w 132"/>
                <a:gd name="T3" fmla="*/ 60 h 83"/>
                <a:gd name="T4" fmla="*/ 132 w 132"/>
                <a:gd name="T5" fmla="*/ 0 h 83"/>
                <a:gd name="T6" fmla="*/ 0 w 132"/>
                <a:gd name="T7" fmla="*/ 77 h 83"/>
                <a:gd name="T8" fmla="*/ 0 w 132"/>
                <a:gd name="T9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83">
                  <a:moveTo>
                    <a:pt x="0" y="83"/>
                  </a:moveTo>
                  <a:lnTo>
                    <a:pt x="132" y="60"/>
                  </a:lnTo>
                  <a:lnTo>
                    <a:pt x="132" y="0"/>
                  </a:lnTo>
                  <a:lnTo>
                    <a:pt x="0" y="77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B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9"/>
            <p:cNvSpPr/>
            <p:nvPr/>
          </p:nvSpPr>
          <p:spPr bwMode="auto">
            <a:xfrm>
              <a:off x="2099" y="1600"/>
              <a:ext cx="132" cy="57"/>
            </a:xfrm>
            <a:custGeom>
              <a:avLst/>
              <a:gdLst>
                <a:gd name="T0" fmla="*/ 0 w 132"/>
                <a:gd name="T1" fmla="*/ 57 h 57"/>
                <a:gd name="T2" fmla="*/ 132 w 132"/>
                <a:gd name="T3" fmla="*/ 28 h 57"/>
                <a:gd name="T4" fmla="*/ 132 w 132"/>
                <a:gd name="T5" fmla="*/ 0 h 57"/>
                <a:gd name="T6" fmla="*/ 0 w 132"/>
                <a:gd name="T7" fmla="*/ 4 h 57"/>
                <a:gd name="T8" fmla="*/ 0 w 132"/>
                <a:gd name="T9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57">
                  <a:moveTo>
                    <a:pt x="0" y="57"/>
                  </a:moveTo>
                  <a:lnTo>
                    <a:pt x="132" y="28"/>
                  </a:lnTo>
                  <a:lnTo>
                    <a:pt x="132" y="0"/>
                  </a:lnTo>
                  <a:lnTo>
                    <a:pt x="0" y="4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FFB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2099" y="2040"/>
              <a:ext cx="132" cy="65"/>
            </a:xfrm>
            <a:custGeom>
              <a:avLst/>
              <a:gdLst>
                <a:gd name="T0" fmla="*/ 0 w 132"/>
                <a:gd name="T1" fmla="*/ 65 h 65"/>
                <a:gd name="T2" fmla="*/ 132 w 132"/>
                <a:gd name="T3" fmla="*/ 36 h 65"/>
                <a:gd name="T4" fmla="*/ 132 w 132"/>
                <a:gd name="T5" fmla="*/ 4 h 65"/>
                <a:gd name="T6" fmla="*/ 0 w 132"/>
                <a:gd name="T7" fmla="*/ 0 h 65"/>
                <a:gd name="T8" fmla="*/ 0 w 132"/>
                <a:gd name="T9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65">
                  <a:moveTo>
                    <a:pt x="0" y="65"/>
                  </a:moveTo>
                  <a:lnTo>
                    <a:pt x="132" y="36"/>
                  </a:lnTo>
                  <a:lnTo>
                    <a:pt x="132" y="4"/>
                  </a:lnTo>
                  <a:lnTo>
                    <a:pt x="0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FFB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cxnSp>
        <p:nvCxnSpPr>
          <p:cNvPr id="18" name="直接连接符 17"/>
          <p:cNvCxnSpPr/>
          <p:nvPr/>
        </p:nvCxnSpPr>
        <p:spPr>
          <a:xfrm>
            <a:off x="3789159" y="3034041"/>
            <a:ext cx="4250246" cy="0"/>
          </a:xfrm>
          <a:prstGeom prst="line">
            <a:avLst/>
          </a:prstGeom>
          <a:ln w="38100">
            <a:solidFill>
              <a:srgbClr val="FC8E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3789159" y="2434024"/>
            <a:ext cx="35239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900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</a:t>
            </a:r>
            <a:r>
              <a:rPr lang="en-US" altLang="zh-CN" sz="2400" b="1" dirty="0" smtClean="0">
                <a:solidFill>
                  <a:srgbClr val="FF900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400" b="1" dirty="0" smtClean="0">
                <a:solidFill>
                  <a:srgbClr val="FF900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需求分析的技巧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60639" y="837159"/>
            <a:ext cx="35189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indent="0">
              <a:spcBef>
                <a:spcPct val="0"/>
              </a:spcBef>
              <a:buFont typeface="Arial" panose="020B0604020202020204" pitchFamily="34" charset="0"/>
              <a:buNone/>
              <a:defRPr sz="2800">
                <a:solidFill>
                  <a:srgbClr val="FF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2000" b="1" dirty="0">
                <a:solidFill>
                  <a:schemeClr val="accent2"/>
                </a:solidFill>
                <a:latin typeface="+mn-ea"/>
                <a:ea typeface="微软雅黑" panose="020B0503020204020204" pitchFamily="34" charset="-122"/>
                <a:cs typeface="微软雅黑" panose="020B0503020204020204" pitchFamily="34" charset="-122"/>
              </a:rPr>
              <a:t>性能需求转化为性能测试需求</a:t>
            </a:r>
            <a:endParaRPr lang="en-US" altLang="zh-CN" sz="2000" b="1" dirty="0">
              <a:solidFill>
                <a:schemeClr val="accent2"/>
              </a:solidFill>
              <a:latin typeface="+mn-ea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80273" y="1301097"/>
            <a:ext cx="3897605" cy="0"/>
          </a:xfrm>
          <a:prstGeom prst="line">
            <a:avLst/>
          </a:prstGeom>
          <a:noFill/>
          <a:ln w="12700" cap="flat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" name="矩形 19"/>
          <p:cNvSpPr/>
          <p:nvPr/>
        </p:nvSpPr>
        <p:spPr>
          <a:xfrm>
            <a:off x="660639" y="1267458"/>
            <a:ext cx="677968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>
              <a:lnSpc>
                <a:spcPct val="200000"/>
              </a:lnSpc>
              <a:buFont typeface="Wingdings" panose="05000000000000000000" pitchFamily="2" charset="2"/>
              <a:buChar char="Ø"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测试需求标准：可测试、可量化、可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衡量</a:t>
            </a:r>
            <a:endParaRPr lang="en-US" altLang="zh-CN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lvl="1" indent="-285750">
              <a:lnSpc>
                <a:spcPct val="200000"/>
              </a:lnSpc>
              <a:buFont typeface="Wingdings" panose="05000000000000000000" pitchFamily="2" charset="2"/>
              <a:buChar char="Ø"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基本的转化方法：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8/2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原则、经验值、转化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公式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7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272" y="2463799"/>
            <a:ext cx="7112095" cy="2435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019842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761652" y="839144"/>
            <a:ext cx="30059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GB" sz="2000" b="1" dirty="0">
                <a:solidFill>
                  <a:schemeClr val="accent2"/>
                </a:solidFill>
                <a:latin typeface="+mn-ea"/>
                <a:ea typeface="微软雅黑" panose="020B0503020204020204" pitchFamily="34" charset="-122"/>
                <a:cs typeface="微软雅黑" panose="020B0503020204020204" pitchFamily="34" charset="-122"/>
              </a:rPr>
              <a:t>基于风险的测试需求</a:t>
            </a:r>
            <a:r>
              <a:rPr lang="zh-CN" altLang="en-GB" sz="2000" b="1" dirty="0" smtClean="0">
                <a:solidFill>
                  <a:schemeClr val="accent2"/>
                </a:solidFill>
                <a:latin typeface="+mn-ea"/>
                <a:ea typeface="微软雅黑" panose="020B0503020204020204" pitchFamily="34" charset="-122"/>
                <a:cs typeface="微软雅黑" panose="020B0503020204020204" pitchFamily="34" charset="-122"/>
              </a:rPr>
              <a:t>选择</a:t>
            </a:r>
            <a:endParaRPr lang="en-US" altLang="zh-CN" sz="2000" b="1" dirty="0" smtClean="0">
              <a:solidFill>
                <a:schemeClr val="accent2"/>
              </a:solidFill>
              <a:latin typeface="+mn-ea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95779" y="1301097"/>
            <a:ext cx="3897605" cy="0"/>
          </a:xfrm>
          <a:prstGeom prst="line">
            <a:avLst/>
          </a:prstGeom>
          <a:noFill/>
          <a:ln w="12700" cap="flat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8971943"/>
              </p:ext>
            </p:extLst>
          </p:nvPr>
        </p:nvGraphicFramePr>
        <p:xfrm>
          <a:off x="895779" y="1971319"/>
          <a:ext cx="6426976" cy="29689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23880"/>
                <a:gridCol w="1100774"/>
                <a:gridCol w="1100774"/>
                <a:gridCol w="1100774"/>
                <a:gridCol w="1100774"/>
              </a:tblGrid>
              <a:tr h="51717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u="none" strike="noStrike" dirty="0">
                          <a:effectLst/>
                        </a:rPr>
                        <a:t>测试目标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u="none" strike="noStrike" dirty="0">
                          <a:effectLst/>
                        </a:rPr>
                        <a:t>客户关注度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u="none" strike="noStrike" dirty="0">
                          <a:effectLst/>
                        </a:rPr>
                        <a:t>实现目标的资源消耗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u="none" strike="noStrike" dirty="0">
                          <a:effectLst/>
                        </a:rPr>
                        <a:t>不实现该测试需求后果的严重性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u="none" strike="noStrike" dirty="0">
                          <a:effectLst/>
                        </a:rPr>
                        <a:t>总计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  <a:tr h="61294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u="none" strike="noStrike">
                          <a:effectLst/>
                        </a:rPr>
                        <a:t>100</a:t>
                      </a:r>
                      <a:r>
                        <a:rPr lang="zh-CN" altLang="en-US" sz="1100" u="none" strike="noStrike">
                          <a:effectLst/>
                        </a:rPr>
                        <a:t>并发用户条件下，系统在</a:t>
                      </a:r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r>
                        <a:rPr lang="zh-CN" altLang="en-US" sz="1100" u="none" strike="noStrike">
                          <a:effectLst/>
                        </a:rPr>
                        <a:t>秒内完成用户登录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  <a:tr h="612944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在数据库中已有</a:t>
                      </a:r>
                      <a:r>
                        <a:rPr lang="en-US" altLang="zh-CN" sz="1100" u="none" strike="noStrike">
                          <a:effectLst/>
                        </a:rPr>
                        <a:t>500000</a:t>
                      </a:r>
                      <a:r>
                        <a:rPr lang="zh-CN" altLang="en-US" sz="1100" u="none" strike="noStrike">
                          <a:effectLst/>
                        </a:rPr>
                        <a:t>数据的情况下，用户查询在</a:t>
                      </a:r>
                      <a:r>
                        <a:rPr lang="en-US" altLang="zh-CN" sz="1100" u="none" strike="noStrike">
                          <a:effectLst/>
                        </a:rPr>
                        <a:t>10</a:t>
                      </a:r>
                      <a:r>
                        <a:rPr lang="zh-CN" altLang="en-US" sz="1100" u="none" strike="noStrike">
                          <a:effectLst/>
                        </a:rPr>
                        <a:t>秒内完成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  <a:tr h="612944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报表导出不能超过</a:t>
                      </a:r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r>
                        <a:rPr lang="zh-CN" altLang="en-US" sz="1100" u="none" strike="noStrike">
                          <a:effectLst/>
                        </a:rPr>
                        <a:t>秒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  <a:tr h="61294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u="none" strike="noStrike">
                          <a:effectLst/>
                        </a:rPr>
                        <a:t>……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……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……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……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……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761652" y="1301097"/>
            <a:ext cx="4572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-356870">
              <a:lnSpc>
                <a:spcPct val="200000"/>
              </a:lnSpc>
              <a:buFont typeface="Wingdings" panose="05000000000000000000" pitchFamily="2" charset="2"/>
              <a:buChar char="Ø"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关注风险与用户特殊需求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84783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60639" y="837159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GB" sz="2000" b="1" dirty="0">
                <a:solidFill>
                  <a:schemeClr val="accent2"/>
                </a:solidFill>
                <a:latin typeface="+mn-ea"/>
                <a:ea typeface="微软雅黑" panose="020B0503020204020204" pitchFamily="34" charset="-122"/>
                <a:cs typeface="微软雅黑" panose="020B0503020204020204" pitchFamily="34" charset="-122"/>
              </a:rPr>
              <a:t>基于</a:t>
            </a:r>
            <a:r>
              <a:rPr lang="zh-CN" altLang="en-US" sz="2000" b="1" dirty="0" smtClean="0">
                <a:solidFill>
                  <a:schemeClr val="accent2"/>
                </a:solidFill>
                <a:latin typeface="+mn-ea"/>
                <a:ea typeface="微软雅黑" panose="020B0503020204020204" pitchFamily="34" charset="-122"/>
                <a:sym typeface="微软雅黑" panose="020B0503020204020204" pitchFamily="34" charset="-122"/>
              </a:rPr>
              <a:t>任务分布统计</a:t>
            </a:r>
            <a:endParaRPr lang="en-US" altLang="zh-CN" sz="2000" b="1" dirty="0" smtClean="0">
              <a:solidFill>
                <a:schemeClr val="accent2"/>
              </a:solidFill>
              <a:latin typeface="+mn-ea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80273" y="1301097"/>
            <a:ext cx="3897605" cy="0"/>
          </a:xfrm>
          <a:prstGeom prst="line">
            <a:avLst/>
          </a:prstGeom>
          <a:noFill/>
          <a:ln w="12700" cap="flat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" name="矩形 19"/>
          <p:cNvSpPr/>
          <p:nvPr/>
        </p:nvSpPr>
        <p:spPr>
          <a:xfrm>
            <a:off x="660639" y="1459827"/>
            <a:ext cx="6779689" cy="1002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有哪些交易任务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在一天的某些特定时刻系统都有哪些主要操作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273" y="2621523"/>
            <a:ext cx="5736030" cy="2246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106409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60639" y="837159"/>
            <a:ext cx="225581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GB" sz="2000" b="1" dirty="0">
                <a:solidFill>
                  <a:schemeClr val="accent2"/>
                </a:solidFill>
                <a:latin typeface="+mn-ea"/>
                <a:ea typeface="微软雅黑" panose="020B0503020204020204" pitchFamily="34" charset="-122"/>
                <a:cs typeface="微软雅黑" panose="020B0503020204020204" pitchFamily="34" charset="-122"/>
              </a:rPr>
              <a:t>基于</a:t>
            </a:r>
            <a:r>
              <a:rPr lang="zh-CN" altLang="en-US" sz="2000" b="1" dirty="0" smtClean="0">
                <a:solidFill>
                  <a:schemeClr val="accent2"/>
                </a:solidFill>
                <a:latin typeface="+mn-ea"/>
                <a:ea typeface="微软雅黑" panose="020B0503020204020204" pitchFamily="34" charset="-122"/>
                <a:sym typeface="微软雅黑" panose="020B0503020204020204" pitchFamily="34" charset="-122"/>
              </a:rPr>
              <a:t>系统维度统计</a:t>
            </a:r>
            <a:endParaRPr lang="en-US" altLang="zh-CN" sz="2000" b="1" dirty="0" smtClean="0">
              <a:solidFill>
                <a:schemeClr val="accent2"/>
              </a:solidFill>
              <a:latin typeface="+mn-ea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80273" y="1301097"/>
            <a:ext cx="3897605" cy="0"/>
          </a:xfrm>
          <a:prstGeom prst="line">
            <a:avLst/>
          </a:prstGeom>
          <a:noFill/>
          <a:ln w="12700" cap="flat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" name="矩形 19"/>
          <p:cNvSpPr/>
          <p:nvPr/>
        </p:nvSpPr>
        <p:spPr>
          <a:xfrm>
            <a:off x="660639" y="1364926"/>
            <a:ext cx="6779689" cy="19878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高峰期有哪些操作？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中间件操作有多少？数据库操作有多少？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如果任务失败，那么商业风险有多少？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选择标准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高吞吐量、高数据库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I/O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、高商业风险</a:t>
            </a: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273" y="3573380"/>
            <a:ext cx="5239647" cy="1540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999163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60639" y="837159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2000" b="1" dirty="0" smtClean="0">
                <a:solidFill>
                  <a:schemeClr val="accent2"/>
                </a:solidFill>
                <a:latin typeface="+mn-ea"/>
                <a:ea typeface="微软雅黑" panose="020B0503020204020204" pitchFamily="34" charset="-122"/>
                <a:sym typeface="微软雅黑" panose="020B0503020204020204" pitchFamily="34" charset="-122"/>
              </a:rPr>
              <a:t>日志自动分析</a:t>
            </a:r>
            <a:endParaRPr lang="en-US" altLang="zh-CN" sz="2000" b="1" dirty="0" smtClean="0">
              <a:solidFill>
                <a:schemeClr val="accent2"/>
              </a:solidFill>
              <a:latin typeface="+mn-ea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80273" y="1301097"/>
            <a:ext cx="3897605" cy="0"/>
          </a:xfrm>
          <a:prstGeom prst="line">
            <a:avLst/>
          </a:prstGeom>
          <a:noFill/>
          <a:ln w="12700" cap="flat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" name="矩形 19"/>
          <p:cNvSpPr/>
          <p:nvPr/>
        </p:nvSpPr>
        <p:spPr>
          <a:xfrm>
            <a:off x="660639" y="1267458"/>
            <a:ext cx="6779689" cy="510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借助工具分析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日志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AWstats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)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273" y="1904600"/>
            <a:ext cx="6115546" cy="3453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441196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60639" y="837159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2000" b="1" dirty="0" smtClean="0">
                <a:solidFill>
                  <a:schemeClr val="accent2"/>
                </a:solidFill>
                <a:latin typeface="+mn-ea"/>
                <a:ea typeface="微软雅黑" panose="020B0503020204020204" pitchFamily="34" charset="-122"/>
                <a:sym typeface="微软雅黑" panose="020B0503020204020204" pitchFamily="34" charset="-122"/>
              </a:rPr>
              <a:t>模型转化</a:t>
            </a:r>
            <a:endParaRPr lang="en-US" altLang="zh-CN" sz="2000" b="1" dirty="0" smtClean="0">
              <a:solidFill>
                <a:schemeClr val="accent2"/>
              </a:solidFill>
              <a:latin typeface="+mn-ea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80273" y="1301097"/>
            <a:ext cx="3897605" cy="0"/>
          </a:xfrm>
          <a:prstGeom prst="line">
            <a:avLst/>
          </a:prstGeom>
          <a:noFill/>
          <a:ln w="12700" cap="flat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" name="矩形 19"/>
          <p:cNvSpPr/>
          <p:nvPr/>
        </p:nvSpPr>
        <p:spPr>
          <a:xfrm>
            <a:off x="660639" y="1267458"/>
            <a:ext cx="677968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业务模型是生产数据的直接体现</a:t>
            </a:r>
            <a:endParaRPr lang="en-US" altLang="zh-CN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测试模型是根据业务模型与测试环境的转化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571344"/>
              </p:ext>
            </p:extLst>
          </p:nvPr>
        </p:nvGraphicFramePr>
        <p:xfrm>
          <a:off x="953527" y="2374865"/>
          <a:ext cx="4927599" cy="29594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358"/>
                <a:gridCol w="685358"/>
                <a:gridCol w="1523019"/>
                <a:gridCol w="1205723"/>
                <a:gridCol w="828141"/>
              </a:tblGrid>
              <a:tr h="492524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 dirty="0">
                          <a:effectLst/>
                        </a:rPr>
                        <a:t>编号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 dirty="0">
                          <a:effectLst/>
                        </a:rPr>
                        <a:t>交易码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 dirty="0">
                          <a:effectLst/>
                        </a:rPr>
                        <a:t>交易名称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u="none" strike="noStrike" dirty="0">
                          <a:effectLst/>
                        </a:rPr>
                        <a:t>12</a:t>
                      </a:r>
                      <a:r>
                        <a:rPr lang="zh-CN" altLang="en-US" sz="1100" u="none" strike="noStrike" dirty="0">
                          <a:effectLst/>
                        </a:rPr>
                        <a:t>月业务量统计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 dirty="0">
                          <a:effectLst/>
                        </a:rPr>
                        <a:t>交易占比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</a:rPr>
                        <a:t>102001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彩虹粗仿宋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u="none" strike="noStrike">
                          <a:effectLst/>
                        </a:rPr>
                        <a:t>行内转账</a:t>
                      </a:r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彩虹粗仿宋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417823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10.00%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  <a:tr h="3524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</a:rPr>
                        <a:t>102002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彩虹粗仿宋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u="none" strike="noStrike">
                          <a:effectLst/>
                        </a:rPr>
                        <a:t>现金支票</a:t>
                      </a:r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彩虹粗仿宋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418127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10.00%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  <a:tr h="3524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</a:rPr>
                        <a:t>102003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彩虹粗仿宋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u="none" strike="noStrike">
                          <a:effectLst/>
                        </a:rPr>
                        <a:t>同城跨行普通转账</a:t>
                      </a:r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彩虹粗仿宋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1296195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31.00%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  <a:tr h="3524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</a:rPr>
                        <a:t>102004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彩虹粗仿宋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u="none" strike="noStrike">
                          <a:effectLst/>
                        </a:rPr>
                        <a:t>同城跨行实时转账</a:t>
                      </a:r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彩虹粗仿宋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669004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16.00%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  <a:tr h="3524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</a:rPr>
                        <a:t>103001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彩虹粗仿宋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u="none" strike="noStrike">
                          <a:effectLst/>
                        </a:rPr>
                        <a:t>普通汇兑</a:t>
                      </a:r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彩虹粗仿宋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627191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15.00%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  <a:tr h="3524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</a:rPr>
                        <a:t>104001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彩虹粗仿宋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u="none" strike="noStrike">
                          <a:effectLst/>
                        </a:rPr>
                        <a:t>同城提出借方</a:t>
                      </a:r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彩虹粗仿宋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585378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14.00%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  <a:tr h="3524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</a:rPr>
                        <a:t>104002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彩虹粗仿宋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u="none" strike="noStrike">
                          <a:effectLst/>
                        </a:rPr>
                        <a:t>同城提出贷方</a:t>
                      </a:r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彩虹粗仿宋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167251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4.00%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237897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4"/>
          <p:cNvGrpSpPr>
            <a:grpSpLocks noChangeAspect="1"/>
          </p:cNvGrpSpPr>
          <p:nvPr/>
        </p:nvGrpSpPr>
        <p:grpSpPr bwMode="auto">
          <a:xfrm>
            <a:off x="1179156" y="1134621"/>
            <a:ext cx="1825625" cy="3994150"/>
            <a:chOff x="1529" y="9"/>
            <a:chExt cx="1150" cy="2516"/>
          </a:xfrm>
        </p:grpSpPr>
        <p:sp>
          <p:nvSpPr>
            <p:cNvPr id="11" name="AutoShape 3"/>
            <p:cNvSpPr>
              <a:spLocks noChangeAspect="1" noChangeArrowheads="1" noTextEdit="1"/>
            </p:cNvSpPr>
            <p:nvPr/>
          </p:nvSpPr>
          <p:spPr bwMode="auto">
            <a:xfrm>
              <a:off x="1529" y="9"/>
              <a:ext cx="1150" cy="2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Oval 5"/>
            <p:cNvSpPr>
              <a:spLocks noChangeArrowheads="1"/>
            </p:cNvSpPr>
            <p:nvPr/>
          </p:nvSpPr>
          <p:spPr bwMode="auto">
            <a:xfrm>
              <a:off x="1664" y="2417"/>
              <a:ext cx="880" cy="107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6"/>
            <p:cNvSpPr/>
            <p:nvPr/>
          </p:nvSpPr>
          <p:spPr bwMode="auto">
            <a:xfrm>
              <a:off x="1530" y="10"/>
              <a:ext cx="1149" cy="2463"/>
            </a:xfrm>
            <a:custGeom>
              <a:avLst/>
              <a:gdLst>
                <a:gd name="T0" fmla="*/ 936 w 1149"/>
                <a:gd name="T1" fmla="*/ 1834 h 2463"/>
                <a:gd name="T2" fmla="*/ 701 w 1149"/>
                <a:gd name="T3" fmla="*/ 1805 h 2463"/>
                <a:gd name="T4" fmla="*/ 701 w 1149"/>
                <a:gd name="T5" fmla="*/ 1590 h 2463"/>
                <a:gd name="T6" fmla="*/ 766 w 1149"/>
                <a:gd name="T7" fmla="*/ 1589 h 2463"/>
                <a:gd name="T8" fmla="*/ 801 w 1149"/>
                <a:gd name="T9" fmla="*/ 1281 h 2463"/>
                <a:gd name="T10" fmla="*/ 701 w 1149"/>
                <a:gd name="T11" fmla="*/ 1292 h 2463"/>
                <a:gd name="T12" fmla="*/ 701 w 1149"/>
                <a:gd name="T13" fmla="*/ 1067 h 2463"/>
                <a:gd name="T14" fmla="*/ 981 w 1149"/>
                <a:gd name="T15" fmla="*/ 902 h 2463"/>
                <a:gd name="T16" fmla="*/ 1038 w 1149"/>
                <a:gd name="T17" fmla="*/ 1044 h 2463"/>
                <a:gd name="T18" fmla="*/ 1149 w 1149"/>
                <a:gd name="T19" fmla="*/ 688 h 2463"/>
                <a:gd name="T20" fmla="*/ 846 w 1149"/>
                <a:gd name="T21" fmla="*/ 532 h 2463"/>
                <a:gd name="T22" fmla="*/ 901 w 1149"/>
                <a:gd name="T23" fmla="*/ 683 h 2463"/>
                <a:gd name="T24" fmla="*/ 701 w 1149"/>
                <a:gd name="T25" fmla="*/ 772 h 2463"/>
                <a:gd name="T26" fmla="*/ 701 w 1149"/>
                <a:gd name="T27" fmla="*/ 563 h 2463"/>
                <a:gd name="T28" fmla="*/ 757 w 1149"/>
                <a:gd name="T29" fmla="*/ 582 h 2463"/>
                <a:gd name="T30" fmla="*/ 887 w 1149"/>
                <a:gd name="T31" fmla="*/ 287 h 2463"/>
                <a:gd name="T32" fmla="*/ 325 w 1149"/>
                <a:gd name="T33" fmla="*/ 157 h 2463"/>
                <a:gd name="T34" fmla="*/ 387 w 1149"/>
                <a:gd name="T35" fmla="*/ 0 h 2463"/>
                <a:gd name="T36" fmla="*/ 26 w 1149"/>
                <a:gd name="T37" fmla="*/ 201 h 2463"/>
                <a:gd name="T38" fmla="*/ 150 w 1149"/>
                <a:gd name="T39" fmla="*/ 558 h 2463"/>
                <a:gd name="T40" fmla="*/ 222 w 1149"/>
                <a:gd name="T41" fmla="*/ 395 h 2463"/>
                <a:gd name="T42" fmla="*/ 569 w 1149"/>
                <a:gd name="T43" fmla="*/ 516 h 2463"/>
                <a:gd name="T44" fmla="*/ 569 w 1149"/>
                <a:gd name="T45" fmla="*/ 831 h 2463"/>
                <a:gd name="T46" fmla="*/ 434 w 1149"/>
                <a:gd name="T47" fmla="*/ 893 h 2463"/>
                <a:gd name="T48" fmla="*/ 533 w 1149"/>
                <a:gd name="T49" fmla="*/ 1166 h 2463"/>
                <a:gd name="T50" fmla="*/ 569 w 1149"/>
                <a:gd name="T51" fmla="*/ 1144 h 2463"/>
                <a:gd name="T52" fmla="*/ 569 w 1149"/>
                <a:gd name="T53" fmla="*/ 1307 h 2463"/>
                <a:gd name="T54" fmla="*/ 234 w 1149"/>
                <a:gd name="T55" fmla="*/ 1344 h 2463"/>
                <a:gd name="T56" fmla="*/ 201 w 1149"/>
                <a:gd name="T57" fmla="*/ 1168 h 2463"/>
                <a:gd name="T58" fmla="*/ 0 w 1149"/>
                <a:gd name="T59" fmla="*/ 1490 h 2463"/>
                <a:gd name="T60" fmla="*/ 308 w 1149"/>
                <a:gd name="T61" fmla="*/ 1769 h 2463"/>
                <a:gd name="T62" fmla="*/ 282 w 1149"/>
                <a:gd name="T63" fmla="*/ 1600 h 2463"/>
                <a:gd name="T64" fmla="*/ 569 w 1149"/>
                <a:gd name="T65" fmla="*/ 1594 h 2463"/>
                <a:gd name="T66" fmla="*/ 569 w 1149"/>
                <a:gd name="T67" fmla="*/ 1788 h 2463"/>
                <a:gd name="T68" fmla="*/ 476 w 1149"/>
                <a:gd name="T69" fmla="*/ 1777 h 2463"/>
                <a:gd name="T70" fmla="*/ 501 w 1149"/>
                <a:gd name="T71" fmla="*/ 2027 h 2463"/>
                <a:gd name="T72" fmla="*/ 569 w 1149"/>
                <a:gd name="T73" fmla="*/ 2030 h 2463"/>
                <a:gd name="T74" fmla="*/ 569 w 1149"/>
                <a:gd name="T75" fmla="*/ 2463 h 2463"/>
                <a:gd name="T76" fmla="*/ 701 w 1149"/>
                <a:gd name="T77" fmla="*/ 2463 h 2463"/>
                <a:gd name="T78" fmla="*/ 701 w 1149"/>
                <a:gd name="T79" fmla="*/ 2034 h 2463"/>
                <a:gd name="T80" fmla="*/ 894 w 1149"/>
                <a:gd name="T81" fmla="*/ 2042 h 2463"/>
                <a:gd name="T82" fmla="*/ 871 w 1149"/>
                <a:gd name="T83" fmla="*/ 2178 h 2463"/>
                <a:gd name="T84" fmla="*/ 1125 w 1149"/>
                <a:gd name="T85" fmla="*/ 1955 h 2463"/>
                <a:gd name="T86" fmla="*/ 964 w 1149"/>
                <a:gd name="T87" fmla="*/ 1692 h 2463"/>
                <a:gd name="T88" fmla="*/ 936 w 1149"/>
                <a:gd name="T89" fmla="*/ 1834 h 2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49" h="2463">
                  <a:moveTo>
                    <a:pt x="936" y="1834"/>
                  </a:moveTo>
                  <a:lnTo>
                    <a:pt x="701" y="1805"/>
                  </a:lnTo>
                  <a:lnTo>
                    <a:pt x="701" y="1590"/>
                  </a:lnTo>
                  <a:lnTo>
                    <a:pt x="766" y="1589"/>
                  </a:lnTo>
                  <a:lnTo>
                    <a:pt x="801" y="1281"/>
                  </a:lnTo>
                  <a:lnTo>
                    <a:pt x="701" y="1292"/>
                  </a:lnTo>
                  <a:lnTo>
                    <a:pt x="701" y="1067"/>
                  </a:lnTo>
                  <a:lnTo>
                    <a:pt x="981" y="902"/>
                  </a:lnTo>
                  <a:lnTo>
                    <a:pt x="1038" y="1044"/>
                  </a:lnTo>
                  <a:lnTo>
                    <a:pt x="1149" y="688"/>
                  </a:lnTo>
                  <a:lnTo>
                    <a:pt x="846" y="532"/>
                  </a:lnTo>
                  <a:lnTo>
                    <a:pt x="901" y="683"/>
                  </a:lnTo>
                  <a:lnTo>
                    <a:pt x="701" y="772"/>
                  </a:lnTo>
                  <a:lnTo>
                    <a:pt x="701" y="563"/>
                  </a:lnTo>
                  <a:lnTo>
                    <a:pt x="757" y="582"/>
                  </a:lnTo>
                  <a:lnTo>
                    <a:pt x="887" y="287"/>
                  </a:lnTo>
                  <a:lnTo>
                    <a:pt x="325" y="157"/>
                  </a:lnTo>
                  <a:lnTo>
                    <a:pt x="387" y="0"/>
                  </a:lnTo>
                  <a:lnTo>
                    <a:pt x="26" y="201"/>
                  </a:lnTo>
                  <a:lnTo>
                    <a:pt x="150" y="558"/>
                  </a:lnTo>
                  <a:lnTo>
                    <a:pt x="222" y="395"/>
                  </a:lnTo>
                  <a:lnTo>
                    <a:pt x="569" y="516"/>
                  </a:lnTo>
                  <a:lnTo>
                    <a:pt x="569" y="831"/>
                  </a:lnTo>
                  <a:lnTo>
                    <a:pt x="434" y="893"/>
                  </a:lnTo>
                  <a:lnTo>
                    <a:pt x="533" y="1166"/>
                  </a:lnTo>
                  <a:lnTo>
                    <a:pt x="569" y="1144"/>
                  </a:lnTo>
                  <a:lnTo>
                    <a:pt x="569" y="1307"/>
                  </a:lnTo>
                  <a:lnTo>
                    <a:pt x="234" y="1344"/>
                  </a:lnTo>
                  <a:lnTo>
                    <a:pt x="201" y="1168"/>
                  </a:lnTo>
                  <a:lnTo>
                    <a:pt x="0" y="1490"/>
                  </a:lnTo>
                  <a:lnTo>
                    <a:pt x="308" y="1769"/>
                  </a:lnTo>
                  <a:lnTo>
                    <a:pt x="282" y="1600"/>
                  </a:lnTo>
                  <a:lnTo>
                    <a:pt x="569" y="1594"/>
                  </a:lnTo>
                  <a:lnTo>
                    <a:pt x="569" y="1788"/>
                  </a:lnTo>
                  <a:lnTo>
                    <a:pt x="476" y="1777"/>
                  </a:lnTo>
                  <a:lnTo>
                    <a:pt x="501" y="2027"/>
                  </a:lnTo>
                  <a:lnTo>
                    <a:pt x="569" y="2030"/>
                  </a:lnTo>
                  <a:lnTo>
                    <a:pt x="569" y="2463"/>
                  </a:lnTo>
                  <a:lnTo>
                    <a:pt x="701" y="2463"/>
                  </a:lnTo>
                  <a:lnTo>
                    <a:pt x="701" y="2034"/>
                  </a:lnTo>
                  <a:lnTo>
                    <a:pt x="894" y="2042"/>
                  </a:lnTo>
                  <a:lnTo>
                    <a:pt x="871" y="2178"/>
                  </a:lnTo>
                  <a:lnTo>
                    <a:pt x="1125" y="1955"/>
                  </a:lnTo>
                  <a:lnTo>
                    <a:pt x="964" y="1692"/>
                  </a:lnTo>
                  <a:lnTo>
                    <a:pt x="936" y="1834"/>
                  </a:lnTo>
                  <a:close/>
                </a:path>
              </a:pathLst>
            </a:custGeom>
            <a:solidFill>
              <a:srgbClr val="FFCE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7"/>
            <p:cNvSpPr/>
            <p:nvPr/>
          </p:nvSpPr>
          <p:spPr bwMode="auto">
            <a:xfrm>
              <a:off x="2099" y="526"/>
              <a:ext cx="132" cy="67"/>
            </a:xfrm>
            <a:custGeom>
              <a:avLst/>
              <a:gdLst>
                <a:gd name="T0" fmla="*/ 0 w 132"/>
                <a:gd name="T1" fmla="*/ 0 h 67"/>
                <a:gd name="T2" fmla="*/ 0 w 132"/>
                <a:gd name="T3" fmla="*/ 67 h 67"/>
                <a:gd name="T4" fmla="*/ 132 w 132"/>
                <a:gd name="T5" fmla="*/ 47 h 67"/>
                <a:gd name="T6" fmla="*/ 0 w 132"/>
                <a:gd name="T7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2" h="67">
                  <a:moveTo>
                    <a:pt x="0" y="0"/>
                  </a:moveTo>
                  <a:lnTo>
                    <a:pt x="0" y="67"/>
                  </a:lnTo>
                  <a:lnTo>
                    <a:pt x="132" y="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8"/>
            <p:cNvSpPr/>
            <p:nvPr/>
          </p:nvSpPr>
          <p:spPr bwMode="auto">
            <a:xfrm>
              <a:off x="2099" y="1077"/>
              <a:ext cx="132" cy="83"/>
            </a:xfrm>
            <a:custGeom>
              <a:avLst/>
              <a:gdLst>
                <a:gd name="T0" fmla="*/ 0 w 132"/>
                <a:gd name="T1" fmla="*/ 83 h 83"/>
                <a:gd name="T2" fmla="*/ 132 w 132"/>
                <a:gd name="T3" fmla="*/ 60 h 83"/>
                <a:gd name="T4" fmla="*/ 132 w 132"/>
                <a:gd name="T5" fmla="*/ 0 h 83"/>
                <a:gd name="T6" fmla="*/ 0 w 132"/>
                <a:gd name="T7" fmla="*/ 77 h 83"/>
                <a:gd name="T8" fmla="*/ 0 w 132"/>
                <a:gd name="T9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83">
                  <a:moveTo>
                    <a:pt x="0" y="83"/>
                  </a:moveTo>
                  <a:lnTo>
                    <a:pt x="132" y="60"/>
                  </a:lnTo>
                  <a:lnTo>
                    <a:pt x="132" y="0"/>
                  </a:lnTo>
                  <a:lnTo>
                    <a:pt x="0" y="77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B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9"/>
            <p:cNvSpPr/>
            <p:nvPr/>
          </p:nvSpPr>
          <p:spPr bwMode="auto">
            <a:xfrm>
              <a:off x="2099" y="1600"/>
              <a:ext cx="132" cy="57"/>
            </a:xfrm>
            <a:custGeom>
              <a:avLst/>
              <a:gdLst>
                <a:gd name="T0" fmla="*/ 0 w 132"/>
                <a:gd name="T1" fmla="*/ 57 h 57"/>
                <a:gd name="T2" fmla="*/ 132 w 132"/>
                <a:gd name="T3" fmla="*/ 28 h 57"/>
                <a:gd name="T4" fmla="*/ 132 w 132"/>
                <a:gd name="T5" fmla="*/ 0 h 57"/>
                <a:gd name="T6" fmla="*/ 0 w 132"/>
                <a:gd name="T7" fmla="*/ 4 h 57"/>
                <a:gd name="T8" fmla="*/ 0 w 132"/>
                <a:gd name="T9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57">
                  <a:moveTo>
                    <a:pt x="0" y="57"/>
                  </a:moveTo>
                  <a:lnTo>
                    <a:pt x="132" y="28"/>
                  </a:lnTo>
                  <a:lnTo>
                    <a:pt x="132" y="0"/>
                  </a:lnTo>
                  <a:lnTo>
                    <a:pt x="0" y="4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FFB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2099" y="2040"/>
              <a:ext cx="132" cy="65"/>
            </a:xfrm>
            <a:custGeom>
              <a:avLst/>
              <a:gdLst>
                <a:gd name="T0" fmla="*/ 0 w 132"/>
                <a:gd name="T1" fmla="*/ 65 h 65"/>
                <a:gd name="T2" fmla="*/ 132 w 132"/>
                <a:gd name="T3" fmla="*/ 36 h 65"/>
                <a:gd name="T4" fmla="*/ 132 w 132"/>
                <a:gd name="T5" fmla="*/ 4 h 65"/>
                <a:gd name="T6" fmla="*/ 0 w 132"/>
                <a:gd name="T7" fmla="*/ 0 h 65"/>
                <a:gd name="T8" fmla="*/ 0 w 132"/>
                <a:gd name="T9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65">
                  <a:moveTo>
                    <a:pt x="0" y="65"/>
                  </a:moveTo>
                  <a:lnTo>
                    <a:pt x="132" y="36"/>
                  </a:lnTo>
                  <a:lnTo>
                    <a:pt x="132" y="4"/>
                  </a:lnTo>
                  <a:lnTo>
                    <a:pt x="0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FFB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cxnSp>
        <p:nvCxnSpPr>
          <p:cNvPr id="18" name="直接连接符 17"/>
          <p:cNvCxnSpPr/>
          <p:nvPr/>
        </p:nvCxnSpPr>
        <p:spPr>
          <a:xfrm>
            <a:off x="3789159" y="3034041"/>
            <a:ext cx="4250246" cy="0"/>
          </a:xfrm>
          <a:prstGeom prst="line">
            <a:avLst/>
          </a:prstGeom>
          <a:ln w="38100">
            <a:solidFill>
              <a:srgbClr val="FC8E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3789159" y="2434024"/>
            <a:ext cx="38317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900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</a:t>
            </a:r>
            <a:r>
              <a:rPr lang="en-US" altLang="zh-CN" sz="2400" b="1" dirty="0" smtClean="0">
                <a:solidFill>
                  <a:srgbClr val="FF900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2400" b="1" dirty="0" smtClean="0">
                <a:solidFill>
                  <a:srgbClr val="FF900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测试结果分析方法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60639" y="837159"/>
            <a:ext cx="35189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indent="0">
              <a:spcBef>
                <a:spcPct val="0"/>
              </a:spcBef>
              <a:buFont typeface="Arial" panose="020B0604020202020204" pitchFamily="34" charset="0"/>
              <a:buNone/>
              <a:defRPr sz="2800">
                <a:solidFill>
                  <a:srgbClr val="FF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2000" b="1" dirty="0">
                <a:solidFill>
                  <a:schemeClr val="accent2"/>
                </a:solidFill>
                <a:latin typeface="+mn-ea"/>
                <a:ea typeface="微软雅黑" panose="020B0503020204020204" pitchFamily="34" charset="-122"/>
                <a:cs typeface="微软雅黑" panose="020B0503020204020204" pitchFamily="34" charset="-122"/>
              </a:rPr>
              <a:t>测试结果的分析是一种统计学</a:t>
            </a:r>
            <a:endParaRPr lang="en-US" altLang="zh-CN" sz="2000" b="1" dirty="0">
              <a:solidFill>
                <a:schemeClr val="accent2"/>
              </a:solidFill>
              <a:latin typeface="+mn-ea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80273" y="1301097"/>
            <a:ext cx="3897605" cy="0"/>
          </a:xfrm>
          <a:prstGeom prst="line">
            <a:avLst/>
          </a:prstGeom>
          <a:noFill/>
          <a:ln w="12700" cap="flat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" name="矩形 19"/>
          <p:cNvSpPr/>
          <p:nvPr/>
        </p:nvSpPr>
        <p:spPr>
          <a:xfrm>
            <a:off x="745926" y="1364926"/>
            <a:ext cx="6779689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>
              <a:lnSpc>
                <a:spcPct val="200000"/>
              </a:lnSpc>
              <a:buFont typeface="Wingdings" panose="05000000000000000000" pitchFamily="2" charset="2"/>
              <a:buChar char="Ø"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平均数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与中位数（响应时间）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lvl="1" indent="-285750">
              <a:lnSpc>
                <a:spcPct val="200000"/>
              </a:lnSpc>
              <a:buFont typeface="Wingdings" panose="05000000000000000000" pitchFamily="2" charset="2"/>
              <a:buChar char="Ø"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标准方差和正态分布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lvl="1" indent="-285750">
              <a:lnSpc>
                <a:spcPct val="200000"/>
              </a:lnSpc>
              <a:buFont typeface="Wingdings" panose="05000000000000000000" pitchFamily="2" charset="2"/>
              <a:buChar char="Ø"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Nth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百分比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(TPS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波动范围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en-US" altLang="zh-CN" sz="1600" dirty="0" smtClean="0">
                <a:sym typeface="微软雅黑" panose="020B0503020204020204" pitchFamily="34" charset="-122"/>
              </a:rPr>
              <a:t>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TPS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标准差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TPS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平均值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×100%</a:t>
            </a:r>
          </a:p>
          <a:p>
            <a:pPr marL="285750" lvl="1" indent="-285750">
              <a:lnSpc>
                <a:spcPct val="200000"/>
              </a:lnSpc>
              <a:buFont typeface="Wingdings" panose="05000000000000000000" pitchFamily="2" charset="2"/>
              <a:buChar char="Ø"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响应时间分布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 indent="0" defTabSz="927100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endParaRPr lang="en-US" altLang="zh-CN" sz="2200" dirty="0">
              <a:solidFill>
                <a:schemeClr val="accent2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769370" y="3589369"/>
            <a:ext cx="38779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不要被平均</a:t>
            </a:r>
            <a:r>
              <a:rPr lang="en-US" altLang="zh-CN" sz="5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!</a:t>
            </a:r>
            <a:endParaRPr lang="zh-CN" altLang="en-US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9143889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60639" y="837159"/>
            <a:ext cx="2834430" cy="4067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lnSpc>
                <a:spcPct val="110000"/>
              </a:lnSpc>
              <a:spcBef>
                <a:spcPct val="0"/>
              </a:spcBef>
              <a:defRPr sz="2800">
                <a:solidFill>
                  <a:srgbClr val="FF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2000" b="1" dirty="0">
                <a:solidFill>
                  <a:schemeClr val="accent2"/>
                </a:solidFill>
                <a:latin typeface="+mn-ea"/>
                <a:ea typeface="微软雅黑" panose="020B0503020204020204" pitchFamily="34" charset="-122"/>
                <a:cs typeface="微软雅黑" panose="020B0503020204020204" pitchFamily="34" charset="-122"/>
              </a:rPr>
              <a:t>瓶颈分析</a:t>
            </a:r>
            <a:r>
              <a:rPr lang="en-US" altLang="zh-CN" sz="2000" b="1" dirty="0">
                <a:solidFill>
                  <a:schemeClr val="accent2"/>
                </a:solidFill>
                <a:latin typeface="+mn-ea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000" b="1" dirty="0">
                <a:solidFill>
                  <a:schemeClr val="accent2"/>
                </a:solidFill>
                <a:latin typeface="+mn-ea"/>
                <a:ea typeface="微软雅黑" panose="020B0503020204020204" pitchFamily="34" charset="-122"/>
                <a:cs typeface="微软雅黑" panose="020B0503020204020204" pitchFamily="34" charset="-122"/>
              </a:rPr>
              <a:t>基本分析方法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780273" y="1301097"/>
            <a:ext cx="3897605" cy="0"/>
          </a:xfrm>
          <a:prstGeom prst="line">
            <a:avLst/>
          </a:prstGeom>
          <a:noFill/>
          <a:ln w="12700" cap="flat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" name="矩形 19"/>
          <p:cNvSpPr/>
          <p:nvPr/>
        </p:nvSpPr>
        <p:spPr>
          <a:xfrm>
            <a:off x="745926" y="1364926"/>
            <a:ext cx="6779689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>
              <a:lnSpc>
                <a:spcPct val="200000"/>
              </a:lnSpc>
              <a:buFont typeface="Wingdings" panose="05000000000000000000" pitchFamily="2" charset="2"/>
              <a:buChar char="Ø"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由外而内、由表及里、层层深入</a:t>
            </a:r>
          </a:p>
          <a:p>
            <a:pPr marL="285750" lvl="1" indent="-285750">
              <a:lnSpc>
                <a:spcPct val="200000"/>
              </a:lnSpc>
              <a:buFont typeface="Wingdings" panose="05000000000000000000" pitchFamily="2" charset="2"/>
              <a:buChar char="Ø"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瓶颈隔离</a:t>
            </a:r>
          </a:p>
          <a:p>
            <a:pPr marL="0" lvl="1" indent="0" defTabSz="927100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endParaRPr lang="en-US" altLang="zh-CN" sz="2200" dirty="0">
              <a:solidFill>
                <a:schemeClr val="accent2"/>
              </a:solidFill>
              <a:latin typeface="+mn-ea"/>
            </a:endParaRPr>
          </a:p>
        </p:txBody>
      </p:sp>
      <p:grpSp>
        <p:nvGrpSpPr>
          <p:cNvPr id="6" name="Group 15"/>
          <p:cNvGrpSpPr>
            <a:grpSpLocks/>
          </p:cNvGrpSpPr>
          <p:nvPr/>
        </p:nvGrpSpPr>
        <p:grpSpPr bwMode="auto">
          <a:xfrm>
            <a:off x="660639" y="3023586"/>
            <a:ext cx="1828800" cy="533400"/>
            <a:chOff x="720" y="2400"/>
            <a:chExt cx="1152" cy="336"/>
          </a:xfrm>
        </p:grpSpPr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720" y="2400"/>
              <a:ext cx="1152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8" name="Text Box 10"/>
            <p:cNvSpPr txBox="1">
              <a:spLocks noChangeArrowheads="1"/>
            </p:cNvSpPr>
            <p:nvPr/>
          </p:nvSpPr>
          <p:spPr bwMode="auto">
            <a:xfrm>
              <a:off x="912" y="2448"/>
              <a:ext cx="86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1600" dirty="0">
                  <a:latin typeface="Arial" panose="020B0604020202020204" pitchFamily="34" charset="0"/>
                </a:rPr>
                <a:t>用户体验</a:t>
              </a:r>
            </a:p>
          </p:txBody>
        </p:sp>
      </p:grpSp>
      <p:grpSp>
        <p:nvGrpSpPr>
          <p:cNvPr id="9" name="Group 16"/>
          <p:cNvGrpSpPr>
            <a:grpSpLocks/>
          </p:cNvGrpSpPr>
          <p:nvPr/>
        </p:nvGrpSpPr>
        <p:grpSpPr bwMode="auto">
          <a:xfrm>
            <a:off x="660639" y="3556986"/>
            <a:ext cx="1905000" cy="533400"/>
            <a:chOff x="720" y="2736"/>
            <a:chExt cx="1200" cy="336"/>
          </a:xfrm>
        </p:grpSpPr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720" y="2736"/>
              <a:ext cx="1152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720" y="2812"/>
              <a:ext cx="120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1600">
                  <a:latin typeface="Arial" panose="020B0604020202020204" pitchFamily="34" charset="0"/>
                </a:rPr>
                <a:t>网络及服务器响应</a:t>
              </a:r>
            </a:p>
          </p:txBody>
        </p:sp>
      </p:grpSp>
      <p:grpSp>
        <p:nvGrpSpPr>
          <p:cNvPr id="12" name="Group 17"/>
          <p:cNvGrpSpPr>
            <a:grpSpLocks/>
          </p:cNvGrpSpPr>
          <p:nvPr/>
        </p:nvGrpSpPr>
        <p:grpSpPr bwMode="auto">
          <a:xfrm>
            <a:off x="660639" y="4090386"/>
            <a:ext cx="1828800" cy="533400"/>
            <a:chOff x="720" y="3072"/>
            <a:chExt cx="1152" cy="336"/>
          </a:xfrm>
        </p:grpSpPr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720" y="3072"/>
              <a:ext cx="1152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4" name="Text Box 12"/>
            <p:cNvSpPr txBox="1">
              <a:spLocks noChangeArrowheads="1"/>
            </p:cNvSpPr>
            <p:nvPr/>
          </p:nvSpPr>
          <p:spPr bwMode="auto">
            <a:xfrm>
              <a:off x="816" y="3120"/>
              <a:ext cx="96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1600">
                  <a:latin typeface="Arial" panose="020B0604020202020204" pitchFamily="34" charset="0"/>
                </a:rPr>
                <a:t>系统组件级别</a:t>
              </a:r>
            </a:p>
          </p:txBody>
        </p:sp>
      </p:grpSp>
      <p:sp>
        <p:nvSpPr>
          <p:cNvPr id="15" name="Line 13"/>
          <p:cNvSpPr>
            <a:spLocks noChangeShapeType="1"/>
          </p:cNvSpPr>
          <p:nvPr/>
        </p:nvSpPr>
        <p:spPr bwMode="auto">
          <a:xfrm>
            <a:off x="2184639" y="3252186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14"/>
          <p:cNvSpPr>
            <a:spLocks noChangeShapeType="1"/>
          </p:cNvSpPr>
          <p:nvPr/>
        </p:nvSpPr>
        <p:spPr bwMode="auto">
          <a:xfrm>
            <a:off x="2184639" y="3937986"/>
            <a:ext cx="0" cy="38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19"/>
          <p:cNvSpPr>
            <a:spLocks noChangeShapeType="1"/>
          </p:cNvSpPr>
          <p:nvPr/>
        </p:nvSpPr>
        <p:spPr bwMode="auto">
          <a:xfrm flipV="1">
            <a:off x="2184638" y="2622348"/>
            <a:ext cx="2057399" cy="283517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8" name="Group 44"/>
          <p:cNvGrpSpPr>
            <a:grpSpLocks/>
          </p:cNvGrpSpPr>
          <p:nvPr/>
        </p:nvGrpSpPr>
        <p:grpSpPr bwMode="auto">
          <a:xfrm>
            <a:off x="3022839" y="3252186"/>
            <a:ext cx="5562600" cy="2058987"/>
            <a:chOff x="2016" y="2880"/>
            <a:chExt cx="3504" cy="1297"/>
          </a:xfrm>
        </p:grpSpPr>
        <p:sp>
          <p:nvSpPr>
            <p:cNvPr id="19" name="Rectangle 20"/>
            <p:cNvSpPr>
              <a:spLocks noChangeArrowheads="1"/>
            </p:cNvSpPr>
            <p:nvPr/>
          </p:nvSpPr>
          <p:spPr bwMode="auto">
            <a:xfrm>
              <a:off x="2016" y="3648"/>
              <a:ext cx="43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1" name="Rectangle 21"/>
            <p:cNvSpPr>
              <a:spLocks noChangeArrowheads="1"/>
            </p:cNvSpPr>
            <p:nvPr/>
          </p:nvSpPr>
          <p:spPr bwMode="auto">
            <a:xfrm>
              <a:off x="4128" y="3456"/>
              <a:ext cx="384" cy="62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2" name="Rectangle 22"/>
            <p:cNvSpPr>
              <a:spLocks noChangeArrowheads="1"/>
            </p:cNvSpPr>
            <p:nvPr/>
          </p:nvSpPr>
          <p:spPr bwMode="auto">
            <a:xfrm>
              <a:off x="4704" y="2880"/>
              <a:ext cx="288" cy="57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3" name="Rectangle 23"/>
            <p:cNvSpPr>
              <a:spLocks noChangeArrowheads="1"/>
            </p:cNvSpPr>
            <p:nvPr/>
          </p:nvSpPr>
          <p:spPr bwMode="auto">
            <a:xfrm>
              <a:off x="5184" y="3648"/>
              <a:ext cx="336" cy="5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4" name="AutoShape 24"/>
            <p:cNvSpPr>
              <a:spLocks noChangeArrowheads="1"/>
            </p:cNvSpPr>
            <p:nvPr/>
          </p:nvSpPr>
          <p:spPr bwMode="auto">
            <a:xfrm>
              <a:off x="3024" y="3504"/>
              <a:ext cx="528" cy="480"/>
            </a:xfrm>
            <a:prstGeom prst="cloudCallout">
              <a:avLst>
                <a:gd name="adj1" fmla="val -44319"/>
                <a:gd name="adj2" fmla="val 5791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25" name="Line 25"/>
            <p:cNvSpPr>
              <a:spLocks noChangeShapeType="1"/>
            </p:cNvSpPr>
            <p:nvPr/>
          </p:nvSpPr>
          <p:spPr bwMode="auto">
            <a:xfrm>
              <a:off x="2448" y="3840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3552" y="3744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 flipV="1">
              <a:off x="4512" y="3312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8"/>
            <p:cNvSpPr>
              <a:spLocks noChangeShapeType="1"/>
            </p:cNvSpPr>
            <p:nvPr/>
          </p:nvSpPr>
          <p:spPr bwMode="auto">
            <a:xfrm>
              <a:off x="4992" y="3216"/>
              <a:ext cx="336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9"/>
            <p:cNvSpPr>
              <a:spLocks noChangeShapeType="1"/>
            </p:cNvSpPr>
            <p:nvPr/>
          </p:nvSpPr>
          <p:spPr bwMode="auto">
            <a:xfrm>
              <a:off x="2832" y="3360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30"/>
            <p:cNvSpPr>
              <a:spLocks noChangeShapeType="1"/>
            </p:cNvSpPr>
            <p:nvPr/>
          </p:nvSpPr>
          <p:spPr bwMode="auto">
            <a:xfrm>
              <a:off x="3936" y="3264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32"/>
            <p:cNvSpPr>
              <a:spLocks noChangeShapeType="1"/>
            </p:cNvSpPr>
            <p:nvPr/>
          </p:nvSpPr>
          <p:spPr bwMode="auto">
            <a:xfrm flipV="1">
              <a:off x="4656" y="3168"/>
              <a:ext cx="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33"/>
            <p:cNvSpPr>
              <a:spLocks noChangeShapeType="1"/>
            </p:cNvSpPr>
            <p:nvPr/>
          </p:nvSpPr>
          <p:spPr bwMode="auto">
            <a:xfrm>
              <a:off x="5088" y="3168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 Box 37"/>
            <p:cNvSpPr txBox="1">
              <a:spLocks noChangeArrowheads="1"/>
            </p:cNvSpPr>
            <p:nvPr/>
          </p:nvSpPr>
          <p:spPr bwMode="auto">
            <a:xfrm>
              <a:off x="2016" y="3744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1800">
                  <a:solidFill>
                    <a:srgbClr val="FF0000"/>
                  </a:solidFill>
                  <a:latin typeface="Arial" panose="020B0604020202020204" pitchFamily="34" charset="0"/>
                </a:rPr>
                <a:t>client</a:t>
              </a:r>
            </a:p>
          </p:txBody>
        </p:sp>
        <p:sp>
          <p:nvSpPr>
            <p:cNvPr id="34" name="Text Box 38"/>
            <p:cNvSpPr txBox="1">
              <a:spLocks noChangeArrowheads="1"/>
            </p:cNvSpPr>
            <p:nvPr/>
          </p:nvSpPr>
          <p:spPr bwMode="auto">
            <a:xfrm>
              <a:off x="2976" y="3312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1800">
                  <a:solidFill>
                    <a:srgbClr val="0000FF"/>
                  </a:solidFill>
                  <a:latin typeface="Arial" panose="020B0604020202020204" pitchFamily="34" charset="0"/>
                </a:rPr>
                <a:t>通信网络</a:t>
              </a:r>
            </a:p>
          </p:txBody>
        </p:sp>
        <p:sp>
          <p:nvSpPr>
            <p:cNvPr id="35" name="Text Box 40"/>
            <p:cNvSpPr txBox="1">
              <a:spLocks noChangeArrowheads="1"/>
            </p:cNvSpPr>
            <p:nvPr/>
          </p:nvSpPr>
          <p:spPr bwMode="auto">
            <a:xfrm>
              <a:off x="4080" y="3600"/>
              <a:ext cx="528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</a:rPr>
                <a:t>Web</a:t>
              </a:r>
            </a:p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</a:rPr>
                <a:t>server</a:t>
              </a:r>
            </a:p>
          </p:txBody>
        </p:sp>
        <p:sp>
          <p:nvSpPr>
            <p:cNvPr id="36" name="Text Box 41"/>
            <p:cNvSpPr txBox="1">
              <a:spLocks noChangeArrowheads="1"/>
            </p:cNvSpPr>
            <p:nvPr/>
          </p:nvSpPr>
          <p:spPr bwMode="auto">
            <a:xfrm>
              <a:off x="4752" y="2976"/>
              <a:ext cx="19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</a:rPr>
                <a:t>AS</a:t>
              </a:r>
            </a:p>
          </p:txBody>
        </p:sp>
        <p:sp>
          <p:nvSpPr>
            <p:cNvPr id="37" name="Text Box 42"/>
            <p:cNvSpPr txBox="1">
              <a:spLocks noChangeArrowheads="1"/>
            </p:cNvSpPr>
            <p:nvPr/>
          </p:nvSpPr>
          <p:spPr bwMode="auto">
            <a:xfrm>
              <a:off x="5232" y="3600"/>
              <a:ext cx="192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</a:rPr>
                <a:t>DBS</a:t>
              </a:r>
            </a:p>
          </p:txBody>
        </p:sp>
        <p:sp>
          <p:nvSpPr>
            <p:cNvPr id="38" name="Text Box 43"/>
            <p:cNvSpPr txBox="1">
              <a:spLocks noChangeArrowheads="1"/>
            </p:cNvSpPr>
            <p:nvPr/>
          </p:nvSpPr>
          <p:spPr bwMode="auto">
            <a:xfrm>
              <a:off x="3072" y="3648"/>
              <a:ext cx="52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1200">
                  <a:latin typeface="Arial" panose="020B0604020202020204" pitchFamily="34" charset="0"/>
                </a:rPr>
                <a:t>internet</a:t>
              </a:r>
            </a:p>
          </p:txBody>
        </p:sp>
      </p:grpSp>
      <p:sp>
        <p:nvSpPr>
          <p:cNvPr id="39" name="Text Box 45"/>
          <p:cNvSpPr txBox="1">
            <a:spLocks noChangeArrowheads="1"/>
          </p:cNvSpPr>
          <p:nvPr/>
        </p:nvSpPr>
        <p:spPr bwMode="auto">
          <a:xfrm>
            <a:off x="4165839" y="3218147"/>
            <a:ext cx="190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 dirty="0">
                <a:latin typeface="Arial" panose="020B0604020202020204" pitchFamily="34" charset="0"/>
              </a:rPr>
              <a:t>瓶颈隔离分析</a:t>
            </a:r>
          </a:p>
        </p:txBody>
      </p:sp>
      <p:sp>
        <p:nvSpPr>
          <p:cNvPr id="40" name="Text Box 46"/>
          <p:cNvSpPr txBox="1">
            <a:spLocks noChangeArrowheads="1"/>
          </p:cNvSpPr>
          <p:nvPr/>
        </p:nvSpPr>
        <p:spPr bwMode="auto">
          <a:xfrm>
            <a:off x="2077854" y="2622350"/>
            <a:ext cx="190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 dirty="0">
                <a:latin typeface="Arial" panose="020B0604020202020204" pitchFamily="34" charset="0"/>
              </a:rPr>
              <a:t>一般分析方法</a:t>
            </a:r>
          </a:p>
        </p:txBody>
      </p:sp>
    </p:spTree>
    <p:extLst>
      <p:ext uri="{BB962C8B-B14F-4D97-AF65-F5344CB8AC3E}">
        <p14:creationId xmlns:p14="http://schemas.microsoft.com/office/powerpoint/2010/main" val="12628411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60639" y="837159"/>
            <a:ext cx="2321469" cy="4067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lnSpc>
                <a:spcPct val="110000"/>
              </a:lnSpc>
              <a:spcBef>
                <a:spcPct val="0"/>
              </a:spcBef>
              <a:defRPr sz="2800">
                <a:solidFill>
                  <a:srgbClr val="FF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2000" b="1" dirty="0">
                <a:solidFill>
                  <a:schemeClr val="accent2"/>
                </a:solidFill>
                <a:latin typeface="+mn-ea"/>
                <a:ea typeface="微软雅黑" panose="020B0503020204020204" pitchFamily="34" charset="-122"/>
                <a:cs typeface="微软雅黑" panose="020B0503020204020204" pitchFamily="34" charset="-122"/>
              </a:rPr>
              <a:t>瓶颈分析</a:t>
            </a:r>
            <a:r>
              <a:rPr lang="en-US" altLang="zh-CN" sz="2000" b="1" dirty="0">
                <a:solidFill>
                  <a:schemeClr val="accent2"/>
                </a:solidFill>
                <a:latin typeface="+mn-ea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000" b="1" dirty="0">
                <a:solidFill>
                  <a:schemeClr val="accent2"/>
                </a:solidFill>
                <a:latin typeface="+mn-ea"/>
                <a:ea typeface="微软雅黑" panose="020B0503020204020204" pitchFamily="34" charset="-122"/>
                <a:cs typeface="微软雅黑" panose="020B0503020204020204" pitchFamily="34" charset="-122"/>
              </a:rPr>
              <a:t>拐点分析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780273" y="1301097"/>
            <a:ext cx="3897605" cy="0"/>
          </a:xfrm>
          <a:prstGeom prst="line">
            <a:avLst/>
          </a:prstGeom>
          <a:noFill/>
          <a:ln w="12700" cap="flat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" name="矩形 19"/>
          <p:cNvSpPr/>
          <p:nvPr/>
        </p:nvSpPr>
        <p:spPr>
          <a:xfrm>
            <a:off x="745926" y="1364926"/>
            <a:ext cx="6779689" cy="510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>
              <a:lnSpc>
                <a:spcPct val="200000"/>
              </a:lnSpc>
              <a:buFont typeface="Wingdings" panose="05000000000000000000" pitchFamily="2" charset="2"/>
              <a:buChar char="Ø"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针对拐点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数据分析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926" y="1939278"/>
            <a:ext cx="6537961" cy="336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16692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4"/>
          <p:cNvGrpSpPr>
            <a:grpSpLocks noChangeAspect="1"/>
          </p:cNvGrpSpPr>
          <p:nvPr/>
        </p:nvGrpSpPr>
        <p:grpSpPr bwMode="auto">
          <a:xfrm>
            <a:off x="1179156" y="1134621"/>
            <a:ext cx="1825625" cy="3994150"/>
            <a:chOff x="1529" y="9"/>
            <a:chExt cx="1150" cy="2516"/>
          </a:xfrm>
        </p:grpSpPr>
        <p:sp>
          <p:nvSpPr>
            <p:cNvPr id="11" name="AutoShape 3"/>
            <p:cNvSpPr>
              <a:spLocks noChangeAspect="1" noChangeArrowheads="1" noTextEdit="1"/>
            </p:cNvSpPr>
            <p:nvPr/>
          </p:nvSpPr>
          <p:spPr bwMode="auto">
            <a:xfrm>
              <a:off x="1529" y="9"/>
              <a:ext cx="1150" cy="2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Oval 5"/>
            <p:cNvSpPr>
              <a:spLocks noChangeArrowheads="1"/>
            </p:cNvSpPr>
            <p:nvPr/>
          </p:nvSpPr>
          <p:spPr bwMode="auto">
            <a:xfrm>
              <a:off x="1664" y="2417"/>
              <a:ext cx="880" cy="107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6"/>
            <p:cNvSpPr/>
            <p:nvPr/>
          </p:nvSpPr>
          <p:spPr bwMode="auto">
            <a:xfrm>
              <a:off x="1530" y="10"/>
              <a:ext cx="1149" cy="2463"/>
            </a:xfrm>
            <a:custGeom>
              <a:avLst/>
              <a:gdLst>
                <a:gd name="T0" fmla="*/ 936 w 1149"/>
                <a:gd name="T1" fmla="*/ 1834 h 2463"/>
                <a:gd name="T2" fmla="*/ 701 w 1149"/>
                <a:gd name="T3" fmla="*/ 1805 h 2463"/>
                <a:gd name="T4" fmla="*/ 701 w 1149"/>
                <a:gd name="T5" fmla="*/ 1590 h 2463"/>
                <a:gd name="T6" fmla="*/ 766 w 1149"/>
                <a:gd name="T7" fmla="*/ 1589 h 2463"/>
                <a:gd name="T8" fmla="*/ 801 w 1149"/>
                <a:gd name="T9" fmla="*/ 1281 h 2463"/>
                <a:gd name="T10" fmla="*/ 701 w 1149"/>
                <a:gd name="T11" fmla="*/ 1292 h 2463"/>
                <a:gd name="T12" fmla="*/ 701 w 1149"/>
                <a:gd name="T13" fmla="*/ 1067 h 2463"/>
                <a:gd name="T14" fmla="*/ 981 w 1149"/>
                <a:gd name="T15" fmla="*/ 902 h 2463"/>
                <a:gd name="T16" fmla="*/ 1038 w 1149"/>
                <a:gd name="T17" fmla="*/ 1044 h 2463"/>
                <a:gd name="T18" fmla="*/ 1149 w 1149"/>
                <a:gd name="T19" fmla="*/ 688 h 2463"/>
                <a:gd name="T20" fmla="*/ 846 w 1149"/>
                <a:gd name="T21" fmla="*/ 532 h 2463"/>
                <a:gd name="T22" fmla="*/ 901 w 1149"/>
                <a:gd name="T23" fmla="*/ 683 h 2463"/>
                <a:gd name="T24" fmla="*/ 701 w 1149"/>
                <a:gd name="T25" fmla="*/ 772 h 2463"/>
                <a:gd name="T26" fmla="*/ 701 w 1149"/>
                <a:gd name="T27" fmla="*/ 563 h 2463"/>
                <a:gd name="T28" fmla="*/ 757 w 1149"/>
                <a:gd name="T29" fmla="*/ 582 h 2463"/>
                <a:gd name="T30" fmla="*/ 887 w 1149"/>
                <a:gd name="T31" fmla="*/ 287 h 2463"/>
                <a:gd name="T32" fmla="*/ 325 w 1149"/>
                <a:gd name="T33" fmla="*/ 157 h 2463"/>
                <a:gd name="T34" fmla="*/ 387 w 1149"/>
                <a:gd name="T35" fmla="*/ 0 h 2463"/>
                <a:gd name="T36" fmla="*/ 26 w 1149"/>
                <a:gd name="T37" fmla="*/ 201 h 2463"/>
                <a:gd name="T38" fmla="*/ 150 w 1149"/>
                <a:gd name="T39" fmla="*/ 558 h 2463"/>
                <a:gd name="T40" fmla="*/ 222 w 1149"/>
                <a:gd name="T41" fmla="*/ 395 h 2463"/>
                <a:gd name="T42" fmla="*/ 569 w 1149"/>
                <a:gd name="T43" fmla="*/ 516 h 2463"/>
                <a:gd name="T44" fmla="*/ 569 w 1149"/>
                <a:gd name="T45" fmla="*/ 831 h 2463"/>
                <a:gd name="T46" fmla="*/ 434 w 1149"/>
                <a:gd name="T47" fmla="*/ 893 h 2463"/>
                <a:gd name="T48" fmla="*/ 533 w 1149"/>
                <a:gd name="T49" fmla="*/ 1166 h 2463"/>
                <a:gd name="T50" fmla="*/ 569 w 1149"/>
                <a:gd name="T51" fmla="*/ 1144 h 2463"/>
                <a:gd name="T52" fmla="*/ 569 w 1149"/>
                <a:gd name="T53" fmla="*/ 1307 h 2463"/>
                <a:gd name="T54" fmla="*/ 234 w 1149"/>
                <a:gd name="T55" fmla="*/ 1344 h 2463"/>
                <a:gd name="T56" fmla="*/ 201 w 1149"/>
                <a:gd name="T57" fmla="*/ 1168 h 2463"/>
                <a:gd name="T58" fmla="*/ 0 w 1149"/>
                <a:gd name="T59" fmla="*/ 1490 h 2463"/>
                <a:gd name="T60" fmla="*/ 308 w 1149"/>
                <a:gd name="T61" fmla="*/ 1769 h 2463"/>
                <a:gd name="T62" fmla="*/ 282 w 1149"/>
                <a:gd name="T63" fmla="*/ 1600 h 2463"/>
                <a:gd name="T64" fmla="*/ 569 w 1149"/>
                <a:gd name="T65" fmla="*/ 1594 h 2463"/>
                <a:gd name="T66" fmla="*/ 569 w 1149"/>
                <a:gd name="T67" fmla="*/ 1788 h 2463"/>
                <a:gd name="T68" fmla="*/ 476 w 1149"/>
                <a:gd name="T69" fmla="*/ 1777 h 2463"/>
                <a:gd name="T70" fmla="*/ 501 w 1149"/>
                <a:gd name="T71" fmla="*/ 2027 h 2463"/>
                <a:gd name="T72" fmla="*/ 569 w 1149"/>
                <a:gd name="T73" fmla="*/ 2030 h 2463"/>
                <a:gd name="T74" fmla="*/ 569 w 1149"/>
                <a:gd name="T75" fmla="*/ 2463 h 2463"/>
                <a:gd name="T76" fmla="*/ 701 w 1149"/>
                <a:gd name="T77" fmla="*/ 2463 h 2463"/>
                <a:gd name="T78" fmla="*/ 701 w 1149"/>
                <a:gd name="T79" fmla="*/ 2034 h 2463"/>
                <a:gd name="T80" fmla="*/ 894 w 1149"/>
                <a:gd name="T81" fmla="*/ 2042 h 2463"/>
                <a:gd name="T82" fmla="*/ 871 w 1149"/>
                <a:gd name="T83" fmla="*/ 2178 h 2463"/>
                <a:gd name="T84" fmla="*/ 1125 w 1149"/>
                <a:gd name="T85" fmla="*/ 1955 h 2463"/>
                <a:gd name="T86" fmla="*/ 964 w 1149"/>
                <a:gd name="T87" fmla="*/ 1692 h 2463"/>
                <a:gd name="T88" fmla="*/ 936 w 1149"/>
                <a:gd name="T89" fmla="*/ 1834 h 2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49" h="2463">
                  <a:moveTo>
                    <a:pt x="936" y="1834"/>
                  </a:moveTo>
                  <a:lnTo>
                    <a:pt x="701" y="1805"/>
                  </a:lnTo>
                  <a:lnTo>
                    <a:pt x="701" y="1590"/>
                  </a:lnTo>
                  <a:lnTo>
                    <a:pt x="766" y="1589"/>
                  </a:lnTo>
                  <a:lnTo>
                    <a:pt x="801" y="1281"/>
                  </a:lnTo>
                  <a:lnTo>
                    <a:pt x="701" y="1292"/>
                  </a:lnTo>
                  <a:lnTo>
                    <a:pt x="701" y="1067"/>
                  </a:lnTo>
                  <a:lnTo>
                    <a:pt x="981" y="902"/>
                  </a:lnTo>
                  <a:lnTo>
                    <a:pt x="1038" y="1044"/>
                  </a:lnTo>
                  <a:lnTo>
                    <a:pt x="1149" y="688"/>
                  </a:lnTo>
                  <a:lnTo>
                    <a:pt x="846" y="532"/>
                  </a:lnTo>
                  <a:lnTo>
                    <a:pt x="901" y="683"/>
                  </a:lnTo>
                  <a:lnTo>
                    <a:pt x="701" y="772"/>
                  </a:lnTo>
                  <a:lnTo>
                    <a:pt x="701" y="563"/>
                  </a:lnTo>
                  <a:lnTo>
                    <a:pt x="757" y="582"/>
                  </a:lnTo>
                  <a:lnTo>
                    <a:pt x="887" y="287"/>
                  </a:lnTo>
                  <a:lnTo>
                    <a:pt x="325" y="157"/>
                  </a:lnTo>
                  <a:lnTo>
                    <a:pt x="387" y="0"/>
                  </a:lnTo>
                  <a:lnTo>
                    <a:pt x="26" y="201"/>
                  </a:lnTo>
                  <a:lnTo>
                    <a:pt x="150" y="558"/>
                  </a:lnTo>
                  <a:lnTo>
                    <a:pt x="222" y="395"/>
                  </a:lnTo>
                  <a:lnTo>
                    <a:pt x="569" y="516"/>
                  </a:lnTo>
                  <a:lnTo>
                    <a:pt x="569" y="831"/>
                  </a:lnTo>
                  <a:lnTo>
                    <a:pt x="434" y="893"/>
                  </a:lnTo>
                  <a:lnTo>
                    <a:pt x="533" y="1166"/>
                  </a:lnTo>
                  <a:lnTo>
                    <a:pt x="569" y="1144"/>
                  </a:lnTo>
                  <a:lnTo>
                    <a:pt x="569" y="1307"/>
                  </a:lnTo>
                  <a:lnTo>
                    <a:pt x="234" y="1344"/>
                  </a:lnTo>
                  <a:lnTo>
                    <a:pt x="201" y="1168"/>
                  </a:lnTo>
                  <a:lnTo>
                    <a:pt x="0" y="1490"/>
                  </a:lnTo>
                  <a:lnTo>
                    <a:pt x="308" y="1769"/>
                  </a:lnTo>
                  <a:lnTo>
                    <a:pt x="282" y="1600"/>
                  </a:lnTo>
                  <a:lnTo>
                    <a:pt x="569" y="1594"/>
                  </a:lnTo>
                  <a:lnTo>
                    <a:pt x="569" y="1788"/>
                  </a:lnTo>
                  <a:lnTo>
                    <a:pt x="476" y="1777"/>
                  </a:lnTo>
                  <a:lnTo>
                    <a:pt x="501" y="2027"/>
                  </a:lnTo>
                  <a:lnTo>
                    <a:pt x="569" y="2030"/>
                  </a:lnTo>
                  <a:lnTo>
                    <a:pt x="569" y="2463"/>
                  </a:lnTo>
                  <a:lnTo>
                    <a:pt x="701" y="2463"/>
                  </a:lnTo>
                  <a:lnTo>
                    <a:pt x="701" y="2034"/>
                  </a:lnTo>
                  <a:lnTo>
                    <a:pt x="894" y="2042"/>
                  </a:lnTo>
                  <a:lnTo>
                    <a:pt x="871" y="2178"/>
                  </a:lnTo>
                  <a:lnTo>
                    <a:pt x="1125" y="1955"/>
                  </a:lnTo>
                  <a:lnTo>
                    <a:pt x="964" y="1692"/>
                  </a:lnTo>
                  <a:lnTo>
                    <a:pt x="936" y="1834"/>
                  </a:lnTo>
                  <a:close/>
                </a:path>
              </a:pathLst>
            </a:custGeom>
            <a:solidFill>
              <a:srgbClr val="FFCE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7"/>
            <p:cNvSpPr/>
            <p:nvPr/>
          </p:nvSpPr>
          <p:spPr bwMode="auto">
            <a:xfrm>
              <a:off x="2099" y="526"/>
              <a:ext cx="132" cy="67"/>
            </a:xfrm>
            <a:custGeom>
              <a:avLst/>
              <a:gdLst>
                <a:gd name="T0" fmla="*/ 0 w 132"/>
                <a:gd name="T1" fmla="*/ 0 h 67"/>
                <a:gd name="T2" fmla="*/ 0 w 132"/>
                <a:gd name="T3" fmla="*/ 67 h 67"/>
                <a:gd name="T4" fmla="*/ 132 w 132"/>
                <a:gd name="T5" fmla="*/ 47 h 67"/>
                <a:gd name="T6" fmla="*/ 0 w 132"/>
                <a:gd name="T7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2" h="67">
                  <a:moveTo>
                    <a:pt x="0" y="0"/>
                  </a:moveTo>
                  <a:lnTo>
                    <a:pt x="0" y="67"/>
                  </a:lnTo>
                  <a:lnTo>
                    <a:pt x="132" y="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8"/>
            <p:cNvSpPr/>
            <p:nvPr/>
          </p:nvSpPr>
          <p:spPr bwMode="auto">
            <a:xfrm>
              <a:off x="2099" y="1077"/>
              <a:ext cx="132" cy="83"/>
            </a:xfrm>
            <a:custGeom>
              <a:avLst/>
              <a:gdLst>
                <a:gd name="T0" fmla="*/ 0 w 132"/>
                <a:gd name="T1" fmla="*/ 83 h 83"/>
                <a:gd name="T2" fmla="*/ 132 w 132"/>
                <a:gd name="T3" fmla="*/ 60 h 83"/>
                <a:gd name="T4" fmla="*/ 132 w 132"/>
                <a:gd name="T5" fmla="*/ 0 h 83"/>
                <a:gd name="T6" fmla="*/ 0 w 132"/>
                <a:gd name="T7" fmla="*/ 77 h 83"/>
                <a:gd name="T8" fmla="*/ 0 w 132"/>
                <a:gd name="T9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83">
                  <a:moveTo>
                    <a:pt x="0" y="83"/>
                  </a:moveTo>
                  <a:lnTo>
                    <a:pt x="132" y="60"/>
                  </a:lnTo>
                  <a:lnTo>
                    <a:pt x="132" y="0"/>
                  </a:lnTo>
                  <a:lnTo>
                    <a:pt x="0" y="77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B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9"/>
            <p:cNvSpPr/>
            <p:nvPr/>
          </p:nvSpPr>
          <p:spPr bwMode="auto">
            <a:xfrm>
              <a:off x="2099" y="1600"/>
              <a:ext cx="132" cy="57"/>
            </a:xfrm>
            <a:custGeom>
              <a:avLst/>
              <a:gdLst>
                <a:gd name="T0" fmla="*/ 0 w 132"/>
                <a:gd name="T1" fmla="*/ 57 h 57"/>
                <a:gd name="T2" fmla="*/ 132 w 132"/>
                <a:gd name="T3" fmla="*/ 28 h 57"/>
                <a:gd name="T4" fmla="*/ 132 w 132"/>
                <a:gd name="T5" fmla="*/ 0 h 57"/>
                <a:gd name="T6" fmla="*/ 0 w 132"/>
                <a:gd name="T7" fmla="*/ 4 h 57"/>
                <a:gd name="T8" fmla="*/ 0 w 132"/>
                <a:gd name="T9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57">
                  <a:moveTo>
                    <a:pt x="0" y="57"/>
                  </a:moveTo>
                  <a:lnTo>
                    <a:pt x="132" y="28"/>
                  </a:lnTo>
                  <a:lnTo>
                    <a:pt x="132" y="0"/>
                  </a:lnTo>
                  <a:lnTo>
                    <a:pt x="0" y="4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FFB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2099" y="2040"/>
              <a:ext cx="132" cy="65"/>
            </a:xfrm>
            <a:custGeom>
              <a:avLst/>
              <a:gdLst>
                <a:gd name="T0" fmla="*/ 0 w 132"/>
                <a:gd name="T1" fmla="*/ 65 h 65"/>
                <a:gd name="T2" fmla="*/ 132 w 132"/>
                <a:gd name="T3" fmla="*/ 36 h 65"/>
                <a:gd name="T4" fmla="*/ 132 w 132"/>
                <a:gd name="T5" fmla="*/ 4 h 65"/>
                <a:gd name="T6" fmla="*/ 0 w 132"/>
                <a:gd name="T7" fmla="*/ 0 h 65"/>
                <a:gd name="T8" fmla="*/ 0 w 132"/>
                <a:gd name="T9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65">
                  <a:moveTo>
                    <a:pt x="0" y="65"/>
                  </a:moveTo>
                  <a:lnTo>
                    <a:pt x="132" y="36"/>
                  </a:lnTo>
                  <a:lnTo>
                    <a:pt x="132" y="4"/>
                  </a:lnTo>
                  <a:lnTo>
                    <a:pt x="0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FFB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cxnSp>
        <p:nvCxnSpPr>
          <p:cNvPr id="18" name="直接连接符 17"/>
          <p:cNvCxnSpPr/>
          <p:nvPr/>
        </p:nvCxnSpPr>
        <p:spPr>
          <a:xfrm>
            <a:off x="3789159" y="3034041"/>
            <a:ext cx="4250246" cy="0"/>
          </a:xfrm>
          <a:prstGeom prst="line">
            <a:avLst/>
          </a:prstGeom>
          <a:ln w="38100">
            <a:solidFill>
              <a:srgbClr val="FC8E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3789159" y="2434024"/>
            <a:ext cx="26006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900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</a:t>
            </a:r>
            <a:r>
              <a:rPr lang="en-US" altLang="zh-CN" sz="2400" b="1" dirty="0" smtClean="0">
                <a:solidFill>
                  <a:srgbClr val="FF900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sz="2400" b="1" dirty="0" smtClean="0">
                <a:solidFill>
                  <a:srgbClr val="FF900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各种分享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2401189" y="3232228"/>
            <a:ext cx="4461624" cy="1002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>
              <a:lnSpc>
                <a:spcPct val="200000"/>
              </a:lnSpc>
              <a:buFont typeface="Wingdings" panose="05000000000000000000" pitchFamily="2" charset="2"/>
              <a:buChar char="n"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传统企业信息化过程与互联网企业发展</a:t>
            </a:r>
            <a:endParaRPr lang="en-US" altLang="zh-CN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lvl="1" indent="-285750">
              <a:lnSpc>
                <a:spcPct val="200000"/>
              </a:lnSpc>
              <a:buFont typeface="Wingdings" panose="05000000000000000000" pitchFamily="2" charset="2"/>
              <a:buChar char="n"/>
              <a:def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职业规划与能力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410155" y="2019791"/>
            <a:ext cx="159723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思</a:t>
            </a:r>
            <a:r>
              <a:rPr lang="en-US" altLang="zh-CN" sz="5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	</a:t>
            </a:r>
            <a:r>
              <a:rPr lang="zh-CN" altLang="en-US" sz="5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考</a:t>
            </a:r>
            <a:endParaRPr lang="zh-CN" altLang="en-US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2986706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366" y="327259"/>
            <a:ext cx="8495329" cy="504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306938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4387" y="344649"/>
            <a:ext cx="7809592" cy="5175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05596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Shape 696"/>
          <p:cNvSpPr/>
          <p:nvPr/>
        </p:nvSpPr>
        <p:spPr>
          <a:xfrm>
            <a:off x="628650" y="5074518"/>
            <a:ext cx="2057400" cy="230832"/>
          </a:xfrm>
          <a:prstGeom prst="rect">
            <a:avLst/>
          </a:prstGeom>
          <a:ln w="12700">
            <a:miter lim="400000"/>
          </a:ln>
        </p:spPr>
        <p:txBody>
          <a:bodyPr lIns="34289" rIns="3428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r>
              <a:rPr sz="900"/>
              <a:t>2016/10/21</a:t>
            </a:r>
          </a:p>
        </p:txBody>
      </p:sp>
      <p:sp>
        <p:nvSpPr>
          <p:cNvPr id="697" name="Shape 697"/>
          <p:cNvSpPr>
            <a:spLocks noGrp="1"/>
          </p:cNvSpPr>
          <p:nvPr>
            <p:ph type="sldNum" sz="quarter" idx="2"/>
          </p:nvPr>
        </p:nvSpPr>
        <p:spPr>
          <a:xfrm>
            <a:off x="8294779" y="5074519"/>
            <a:ext cx="220572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34</a:t>
            </a:fld>
            <a:endParaRPr/>
          </a:p>
        </p:txBody>
      </p:sp>
      <p:pic>
        <p:nvPicPr>
          <p:cNvPr id="698" name="image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150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矩形 1"/>
          <p:cNvSpPr/>
          <p:nvPr/>
        </p:nvSpPr>
        <p:spPr>
          <a:xfrm>
            <a:off x="0" y="0"/>
            <a:ext cx="9144000" cy="760781"/>
          </a:xfrm>
          <a:prstGeom prst="rect">
            <a:avLst/>
          </a:prstGeom>
          <a:solidFill>
            <a:schemeClr val="bg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 panose="020B0604020202020204"/>
            <a:ea typeface="Arial" panose="020B0604020202020204"/>
            <a:cs typeface="Arial" panose="020B0604020202020204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 panose="020B0604020202020204"/>
            <a:ea typeface="Arial" panose="020B0604020202020204"/>
            <a:cs typeface="Arial" panose="020B0604020202020204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2142</TotalTime>
  <Words>969</Words>
  <Application>Microsoft Office PowerPoint</Application>
  <PresentationFormat>全屏显示(16:10)</PresentationFormat>
  <Paragraphs>274</Paragraphs>
  <Slides>34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3" baseType="lpstr">
      <vt:lpstr>彩虹粗仿宋</vt:lpstr>
      <vt:lpstr>宋体</vt:lpstr>
      <vt:lpstr>微软雅黑</vt:lpstr>
      <vt:lpstr>Arial</vt:lpstr>
      <vt:lpstr>Arial Black</vt:lpstr>
      <vt:lpstr>Calibri</vt:lpstr>
      <vt:lpstr>Helvetica</vt:lpstr>
      <vt:lpstr>Wingdings</vt:lpstr>
      <vt:lpstr>1_Office 主题</vt:lpstr>
      <vt:lpstr>软件性能测试基础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解俊</dc:creator>
  <cp:lastModifiedBy>解俊</cp:lastModifiedBy>
  <cp:revision>1203</cp:revision>
  <dcterms:created xsi:type="dcterms:W3CDTF">2016-09-29T02:49:00Z</dcterms:created>
  <dcterms:modified xsi:type="dcterms:W3CDTF">2017-06-30T08:34:21Z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2052-10.1.0.6065</vt:lpwstr>
  </property>
</Properties>
</file>