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3" r:id="rId4"/>
    <p:sldId id="286" r:id="rId5"/>
    <p:sldId id="281" r:id="rId6"/>
    <p:sldId id="285" r:id="rId7"/>
    <p:sldId id="275" r:id="rId8"/>
    <p:sldId id="270" r:id="rId9"/>
    <p:sldId id="287" r:id="rId10"/>
    <p:sldId id="279" r:id="rId11"/>
    <p:sldId id="276" r:id="rId12"/>
    <p:sldId id="282" r:id="rId13"/>
    <p:sldId id="284" r:id="rId14"/>
    <p:sldId id="28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01C23"/>
    <a:srgbClr val="FF99CC"/>
    <a:srgbClr val="252434"/>
    <a:srgbClr val="FFC000"/>
    <a:srgbClr val="44546A"/>
    <a:srgbClr val="FFC2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2118" y="-10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0BDC6-96A9-45B7-ADB8-15D4618BD705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EA506-4726-4922-97B4-8F6BC280339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3284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0488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6607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79211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1779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3157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3661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30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1573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0144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3506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0535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E2DCE-F5FE-42E6-B7AD-2E701BC4A199}" type="datetimeFigureOut">
              <a:rPr lang="zh-CN" altLang="en-US" smtClean="0"/>
              <a:pPr/>
              <a:t>2017/8/23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26852-6CDD-4311-9E3D-6AA5F27DBD2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1347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4284244" y="3304776"/>
            <a:ext cx="3352800" cy="376396"/>
            <a:chOff x="4421085" y="2391272"/>
            <a:chExt cx="3352800" cy="837055"/>
          </a:xfrm>
        </p:grpSpPr>
        <p:sp>
          <p:nvSpPr>
            <p:cNvPr id="100" name="等腰三角形 99"/>
            <p:cNvSpPr/>
            <p:nvPr/>
          </p:nvSpPr>
          <p:spPr>
            <a:xfrm flipV="1">
              <a:off x="5942265" y="2947945"/>
              <a:ext cx="310439" cy="280382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FFC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4421085" y="2391272"/>
              <a:ext cx="3352800" cy="556673"/>
            </a:xfrm>
            <a:prstGeom prst="rect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1" name="文本框 100"/>
          <p:cNvSpPr txBox="1"/>
          <p:nvPr/>
        </p:nvSpPr>
        <p:spPr>
          <a:xfrm>
            <a:off x="3623258" y="2576565"/>
            <a:ext cx="4635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单元自动化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64378" y="1667412"/>
            <a:ext cx="33528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05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95" name="组合 94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96" name="直角三角形 9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直角三角形 9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直角三角形 9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5" name="组合 104"/>
          <p:cNvGrpSpPr/>
          <p:nvPr/>
        </p:nvGrpSpPr>
        <p:grpSpPr>
          <a:xfrm rot="10800000">
            <a:off x="9541917" y="5299859"/>
            <a:ext cx="2650083" cy="1558143"/>
            <a:chOff x="-35031" y="1575572"/>
            <a:chExt cx="12213877" cy="1376769"/>
          </a:xfrm>
        </p:grpSpPr>
        <p:sp>
          <p:nvSpPr>
            <p:cNvPr id="106" name="直角三角形 10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直角三角形 10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直角三角形 10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4144945" y="409461"/>
            <a:ext cx="14911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3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017237" y="1565266"/>
            <a:ext cx="2031325" cy="36038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Junit</a:t>
            </a:r>
            <a:r>
              <a:rPr lang="en-US" altLang="zh-CN" sz="6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78054" y="5691048"/>
            <a:ext cx="439765" cy="4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582751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451000" y="-196951"/>
            <a:ext cx="12810679" cy="760688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2331" y="-15160"/>
            <a:ext cx="12214331" cy="6873160"/>
          </a:xfrm>
          <a:prstGeom prst="rect">
            <a:avLst/>
          </a:prstGeom>
          <a:solidFill>
            <a:srgbClr val="C01C23">
              <a:alpha val="8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52434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2331" y="-15160"/>
            <a:ext cx="12214332" cy="4079160"/>
            <a:chOff x="-22332" y="-15160"/>
            <a:chExt cx="12214332" cy="4079160"/>
          </a:xfrm>
        </p:grpSpPr>
        <p:sp>
          <p:nvSpPr>
            <p:cNvPr id="7" name="等腰三角形 6"/>
            <p:cNvSpPr/>
            <p:nvPr/>
          </p:nvSpPr>
          <p:spPr>
            <a:xfrm flipV="1">
              <a:off x="-22332" y="-15160"/>
              <a:ext cx="12214331" cy="3934017"/>
            </a:xfrm>
            <a:prstGeom prst="triangle">
              <a:avLst>
                <a:gd name="adj" fmla="val 6057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-22331" y="-15160"/>
              <a:ext cx="12214331" cy="407916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等腰三角形 13"/>
            <p:cNvSpPr/>
            <p:nvPr/>
          </p:nvSpPr>
          <p:spPr>
            <a:xfrm rot="10800000">
              <a:off x="5791201" y="3611661"/>
              <a:ext cx="609600" cy="161863"/>
            </a:xfrm>
            <a:prstGeom prst="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911199" y="646526"/>
            <a:ext cx="2369604" cy="852861"/>
            <a:chOff x="4909310" y="725714"/>
            <a:chExt cx="2369604" cy="852861"/>
          </a:xfrm>
          <a:solidFill>
            <a:srgbClr val="25243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椭圆 7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特性</a:t>
              </a:r>
              <a:endParaRPr lang="en-US" altLang="zh-CN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450377" y="2688608"/>
            <a:ext cx="5418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特性：</a:t>
            </a:r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、 用于测试期望结果的断言</a:t>
            </a:r>
            <a:r>
              <a:rPr lang="en-US" altLang="zh-CN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(</a:t>
            </a:r>
            <a:r>
              <a:rPr 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Assertion)</a:t>
            </a:r>
          </a:p>
          <a:p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、用于共享共同测试数据的测试工具</a:t>
            </a:r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、用于方便的组织和运行测试的测试套件</a:t>
            </a:r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en-US" altLang="zh-CN" sz="20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en-US" sz="20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、图形和文本的测试运行器</a:t>
            </a:r>
            <a:endParaRPr lang="zh-CN" altLang="en-US" sz="2000" b="1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5708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3" name="组合 104"/>
          <p:cNvGrpSpPr/>
          <p:nvPr/>
        </p:nvGrpSpPr>
        <p:grpSpPr>
          <a:xfrm rot="10800000">
            <a:off x="9541917" y="5299859"/>
            <a:ext cx="2650083" cy="1558143"/>
            <a:chOff x="-35031" y="1575572"/>
            <a:chExt cx="12213877" cy="1376769"/>
          </a:xfrm>
        </p:grpSpPr>
        <p:sp>
          <p:nvSpPr>
            <p:cNvPr id="106" name="直角三角形 10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直角三角形 10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直角三角形 10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18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20" name="直角三角形 19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539785" y="374955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4" name="椭圆 23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样例</a:t>
              </a:r>
              <a:endParaRPr lang="zh-CN" alt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8521" y="1567575"/>
            <a:ext cx="5478370" cy="456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5982" y="1564447"/>
            <a:ext cx="4210232" cy="2680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581466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 rot="16200000" flipH="1">
            <a:off x="10571574" y="5205632"/>
            <a:ext cx="1733551" cy="1543051"/>
          </a:xfrm>
          <a:prstGeom prst="triangle">
            <a:avLst/>
          </a:prstGeom>
          <a:solidFill>
            <a:srgbClr val="C01C23"/>
          </a:solidFill>
          <a:ln>
            <a:solidFill>
              <a:srgbClr val="C01C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>
            <a:off x="-1" y="0"/>
            <a:ext cx="12192001" cy="6858000"/>
          </a:xfrm>
          <a:prstGeom prst="rtTriangle">
            <a:avLst/>
          </a:prstGeom>
          <a:solidFill>
            <a:srgbClr val="252434"/>
          </a:solidFill>
          <a:ln>
            <a:solidFill>
              <a:srgbClr val="25243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 rot="5400000" flipH="1">
            <a:off x="-95252" y="86160"/>
            <a:ext cx="1695453" cy="1504952"/>
          </a:xfrm>
          <a:prstGeom prst="triangle">
            <a:avLst/>
          </a:prstGeom>
          <a:solidFill>
            <a:srgbClr val="C01C23"/>
          </a:solidFill>
          <a:ln>
            <a:solidFill>
              <a:srgbClr val="C01C23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9233422" y="484136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椭圆 29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ANT</a:t>
              </a:r>
              <a:endParaRPr lang="zh-CN" alt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9962" y="1622946"/>
            <a:ext cx="8585365" cy="2500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8225" y="4350934"/>
            <a:ext cx="3888617" cy="1936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4782" y="4372328"/>
            <a:ext cx="4487765" cy="1332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702928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3" name="组合 104"/>
          <p:cNvGrpSpPr/>
          <p:nvPr/>
        </p:nvGrpSpPr>
        <p:grpSpPr>
          <a:xfrm rot="10800000">
            <a:off x="9541917" y="5299859"/>
            <a:ext cx="2650083" cy="1558143"/>
            <a:chOff x="-35031" y="1575572"/>
            <a:chExt cx="12213877" cy="1376769"/>
          </a:xfrm>
        </p:grpSpPr>
        <p:sp>
          <p:nvSpPr>
            <p:cNvPr id="106" name="直角三角形 10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直角三角形 10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直角三角形 10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3515618" y="409461"/>
            <a:ext cx="14911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3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40607" y="1424596"/>
            <a:ext cx="1107996" cy="36038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重构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组合 18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20" name="直角三角形 19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0581466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sp>
        <p:nvSpPr>
          <p:cNvPr id="5" name="等腰三角形 4"/>
          <p:cNvSpPr/>
          <p:nvPr/>
        </p:nvSpPr>
        <p:spPr>
          <a:xfrm>
            <a:off x="-22493" y="6255658"/>
            <a:ext cx="12214332" cy="602847"/>
          </a:xfrm>
          <a:prstGeom prst="triangle">
            <a:avLst/>
          </a:prstGeom>
          <a:solidFill>
            <a:srgbClr val="C01C23"/>
          </a:solidFill>
          <a:ln>
            <a:solidFill>
              <a:srgbClr val="C01C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864970" y="812981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椭圆 6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源码</a:t>
              </a:r>
              <a:endParaRPr lang="zh-CN" alt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2199" y="1976297"/>
            <a:ext cx="4875935" cy="401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52813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451000" y="-196951"/>
            <a:ext cx="12810679" cy="76068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22331" y="-15160"/>
            <a:ext cx="12214331" cy="6873160"/>
          </a:xfrm>
          <a:prstGeom prst="rect">
            <a:avLst/>
          </a:prstGeom>
          <a:solidFill>
            <a:schemeClr val="bg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52434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81504" y="0"/>
            <a:ext cx="8206566" cy="6872068"/>
          </a:xfrm>
          <a:custGeom>
            <a:avLst/>
            <a:gdLst>
              <a:gd name="connsiteX0" fmla="*/ 0 w 2668172"/>
              <a:gd name="connsiteY0" fmla="*/ 0 h 6858000"/>
              <a:gd name="connsiteX1" fmla="*/ 2668172 w 2668172"/>
              <a:gd name="connsiteY1" fmla="*/ 0 h 6858000"/>
              <a:gd name="connsiteX2" fmla="*/ 2668172 w 2668172"/>
              <a:gd name="connsiteY2" fmla="*/ 6858000 h 6858000"/>
              <a:gd name="connsiteX3" fmla="*/ 0 w 2668172"/>
              <a:gd name="connsiteY3" fmla="*/ 6858000 h 6858000"/>
              <a:gd name="connsiteX4" fmla="*/ 0 w 2668172"/>
              <a:gd name="connsiteY4" fmla="*/ 0 h 6858000"/>
              <a:gd name="connsiteX0" fmla="*/ 4121834 w 6790006"/>
              <a:gd name="connsiteY0" fmla="*/ 0 h 6872068"/>
              <a:gd name="connsiteX1" fmla="*/ 6790006 w 6790006"/>
              <a:gd name="connsiteY1" fmla="*/ 0 h 6872068"/>
              <a:gd name="connsiteX2" fmla="*/ 6790006 w 6790006"/>
              <a:gd name="connsiteY2" fmla="*/ 6858000 h 6872068"/>
              <a:gd name="connsiteX3" fmla="*/ 0 w 6790006"/>
              <a:gd name="connsiteY3" fmla="*/ 6872068 h 6872068"/>
              <a:gd name="connsiteX4" fmla="*/ 4121834 w 6790006"/>
              <a:gd name="connsiteY4" fmla="*/ 0 h 687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0006" h="6872068">
                <a:moveTo>
                  <a:pt x="4121834" y="0"/>
                </a:moveTo>
                <a:lnTo>
                  <a:pt x="6790006" y="0"/>
                </a:lnTo>
                <a:lnTo>
                  <a:pt x="6790006" y="6858000"/>
                </a:lnTo>
                <a:lnTo>
                  <a:pt x="0" y="6872068"/>
                </a:lnTo>
                <a:lnTo>
                  <a:pt x="4121834" y="0"/>
                </a:lnTo>
                <a:close/>
              </a:path>
            </a:pathLst>
          </a:custGeom>
          <a:solidFill>
            <a:srgbClr val="C01C23"/>
          </a:solidFill>
          <a:ln>
            <a:solidFill>
              <a:srgbClr val="C01C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98855" y="334011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椭圆 7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145" y="1744286"/>
            <a:ext cx="5091397" cy="4192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右箭头 13"/>
          <p:cNvSpPr/>
          <p:nvPr/>
        </p:nvSpPr>
        <p:spPr>
          <a:xfrm>
            <a:off x="5868537" y="3507477"/>
            <a:ext cx="736979" cy="43672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79408" y="1736823"/>
            <a:ext cx="4875243" cy="4213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268038" y="532263"/>
            <a:ext cx="1760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单职原则</a:t>
            </a:r>
            <a:endParaRPr lang="zh-CN" altLang="en-US" sz="2800" b="1" dirty="0">
              <a:solidFill>
                <a:srgbClr val="C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18507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 rot="16200000" flipH="1">
            <a:off x="10571574" y="5205632"/>
            <a:ext cx="1733551" cy="1543051"/>
          </a:xfrm>
          <a:prstGeom prst="triangle">
            <a:avLst/>
          </a:prstGeom>
          <a:solidFill>
            <a:srgbClr val="C01C23"/>
          </a:solidFill>
          <a:ln>
            <a:solidFill>
              <a:srgbClr val="C01C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>
            <a:off x="1" y="0"/>
            <a:ext cx="12192001" cy="6858000"/>
          </a:xfrm>
          <a:prstGeom prst="rtTriangle">
            <a:avLst/>
          </a:prstGeom>
          <a:solidFill>
            <a:srgbClr val="252434"/>
          </a:solidFill>
          <a:ln>
            <a:solidFill>
              <a:srgbClr val="25243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 rot="5400000" flipH="1">
            <a:off x="-95252" y="86160"/>
            <a:ext cx="1695453" cy="1504952"/>
          </a:xfrm>
          <a:prstGeom prst="triangle">
            <a:avLst/>
          </a:prstGeom>
          <a:solidFill>
            <a:srgbClr val="C01C23"/>
          </a:solidFill>
          <a:ln>
            <a:solidFill>
              <a:srgbClr val="C01C23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28"/>
          <p:cNvGrpSpPr/>
          <p:nvPr/>
        </p:nvGrpSpPr>
        <p:grpSpPr>
          <a:xfrm>
            <a:off x="9233422" y="484136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椭圆 29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7796" y="1641289"/>
            <a:ext cx="4464681" cy="385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右箭头 14"/>
          <p:cNvSpPr/>
          <p:nvPr/>
        </p:nvSpPr>
        <p:spPr>
          <a:xfrm>
            <a:off x="5622880" y="3384646"/>
            <a:ext cx="736979" cy="43672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94026" y="1608022"/>
            <a:ext cx="4438081" cy="40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022377" y="600503"/>
            <a:ext cx="1897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消除重复</a:t>
            </a:r>
            <a:endParaRPr lang="zh-CN" altLang="en-US" sz="2800" b="1" dirty="0">
              <a:solidFill>
                <a:srgbClr val="C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02928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pic>
        <p:nvPicPr>
          <p:cNvPr id="2" name="图片 1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530"/>
            <a:ext cx="12192000" cy="6743471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16" name="直角三角形 1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直角三角形 1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8"/>
          <p:cNvGrpSpPr/>
          <p:nvPr/>
        </p:nvGrpSpPr>
        <p:grpSpPr>
          <a:xfrm>
            <a:off x="4907082" y="538727"/>
            <a:ext cx="2369604" cy="852861"/>
            <a:chOff x="4909310" y="725714"/>
            <a:chExt cx="2369604" cy="852861"/>
          </a:xfrm>
          <a:solidFill>
            <a:srgbClr val="C01C2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2" name="椭圆 21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C01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7658" y="1769949"/>
            <a:ext cx="4404783" cy="448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31951" y="1816860"/>
            <a:ext cx="4453774" cy="4488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5748573" y="1828800"/>
            <a:ext cx="738664" cy="43672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华文楷体" pitchFamily="2" charset="-122"/>
                <a:ea typeface="华文楷体" pitchFamily="2" charset="-122"/>
              </a:rPr>
              <a:t>尽可能保护代码，只有在必要的时候，放开访问控制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28722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22331" y="-15160"/>
            <a:ext cx="12214331" cy="6873160"/>
          </a:xfrm>
          <a:prstGeom prst="rect">
            <a:avLst/>
          </a:prstGeom>
          <a:solidFill>
            <a:srgbClr val="C01C23">
              <a:alpha val="8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52434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64970" y="812981"/>
            <a:ext cx="2369604" cy="852861"/>
            <a:chOff x="4909310" y="725714"/>
            <a:chExt cx="2369604" cy="852861"/>
          </a:xfrm>
          <a:solidFill>
            <a:srgbClr val="25243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椭圆 5"/>
            <p:cNvSpPr/>
            <p:nvPr/>
          </p:nvSpPr>
          <p:spPr>
            <a:xfrm>
              <a:off x="4909310" y="725714"/>
              <a:ext cx="852861" cy="852861"/>
            </a:xfrm>
            <a:prstGeom prst="ellipse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426053" y="725714"/>
              <a:ext cx="852861" cy="852861"/>
            </a:xfrm>
            <a:prstGeom prst="ellipse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335740" y="725714"/>
              <a:ext cx="1529517" cy="852861"/>
            </a:xfrm>
            <a:prstGeom prst="rect">
              <a:avLst/>
            </a:prstGeom>
            <a:grpFill/>
            <a:ln>
              <a:solidFill>
                <a:srgbClr val="25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封装</a:t>
              </a:r>
              <a:endParaRPr lang="zh-CN" alt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558793" y="967751"/>
            <a:ext cx="1675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4524" y="2797789"/>
            <a:ext cx="103177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封装至少的两点好处：</a:t>
            </a:r>
            <a:endParaRPr lang="en-US" altLang="zh-CN" sz="24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en-US" altLang="zh-CN" sz="24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 客户代码将不依赖于生产代码的存储形式</a:t>
            </a:r>
            <a:endParaRPr lang="en-US" altLang="zh-CN" sz="24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itchFamily="2" charset="2"/>
              <a:buChar char="l"/>
            </a:pPr>
            <a:endParaRPr lang="en-US" altLang="zh-CN" sz="24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暴露完整的集合，意味着其他类可以操作该集合，对象的完整性将遭破坏</a:t>
            </a:r>
            <a:endParaRPr lang="en-US" altLang="zh-CN" sz="2400" b="1" dirty="0" smtClean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itchFamily="2" charset="2"/>
              <a:buChar char="l"/>
            </a:pPr>
            <a:endParaRPr lang="zh-CN" altLang="en-US" sz="2000" b="1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5431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 rot="10800000">
            <a:off x="9541917" y="5299859"/>
            <a:ext cx="2650083" cy="1558143"/>
            <a:chOff x="-35031" y="1575572"/>
            <a:chExt cx="12213877" cy="1376769"/>
          </a:xfrm>
        </p:grpSpPr>
        <p:sp>
          <p:nvSpPr>
            <p:cNvPr id="106" name="直角三角形 10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直角三角形 10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直角三角形 10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3515618" y="409461"/>
            <a:ext cx="14911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3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40644" y="1424596"/>
            <a:ext cx="1107996" cy="36038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测试</a:t>
            </a:r>
            <a:endParaRPr lang="en-US" altLang="zh-CN" sz="6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20" name="直角三角形 19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0581466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grpSp>
        <p:nvGrpSpPr>
          <p:cNvPr id="3" name="组合 104"/>
          <p:cNvGrpSpPr/>
          <p:nvPr/>
        </p:nvGrpSpPr>
        <p:grpSpPr>
          <a:xfrm rot="10800000">
            <a:off x="9541917" y="5299859"/>
            <a:ext cx="2650083" cy="1558143"/>
            <a:chOff x="-35031" y="1575572"/>
            <a:chExt cx="12213877" cy="1376769"/>
          </a:xfrm>
        </p:grpSpPr>
        <p:sp>
          <p:nvSpPr>
            <p:cNvPr id="106" name="直角三角形 10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直角三角形 10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直角三角形 10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18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20" name="直角三角形 19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47745" y="832514"/>
            <a:ext cx="3865549" cy="5773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581466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0"/>
          <p:cNvGrpSpPr/>
          <p:nvPr/>
        </p:nvGrpSpPr>
        <p:grpSpPr>
          <a:xfrm>
            <a:off x="-22331" y="0"/>
            <a:ext cx="12214331" cy="6860855"/>
            <a:chOff x="-22331" y="0"/>
            <a:chExt cx="12214331" cy="686085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22331" y="0"/>
              <a:ext cx="5105400" cy="685800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0"/>
              <a:ext cx="5105400" cy="685800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88080" y="2855"/>
              <a:ext cx="5105400" cy="6858000"/>
            </a:xfrm>
            <a:prstGeom prst="rect">
              <a:avLst/>
            </a:prstGeom>
          </p:spPr>
        </p:pic>
      </p:grpSp>
      <p:pic>
        <p:nvPicPr>
          <p:cNvPr id="2" name="图片 1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530"/>
            <a:ext cx="12192000" cy="674347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06571" y="2267807"/>
            <a:ext cx="431878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  <a:endParaRPr lang="zh-CN" altLang="en-US" sz="115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14"/>
          <p:cNvGrpSpPr/>
          <p:nvPr/>
        </p:nvGrpSpPr>
        <p:grpSpPr>
          <a:xfrm>
            <a:off x="-22331" y="7123"/>
            <a:ext cx="2650083" cy="1558143"/>
            <a:chOff x="-35031" y="1575572"/>
            <a:chExt cx="12213877" cy="1376769"/>
          </a:xfrm>
        </p:grpSpPr>
        <p:sp>
          <p:nvSpPr>
            <p:cNvPr id="16" name="直角三角形 15"/>
            <p:cNvSpPr/>
            <p:nvPr/>
          </p:nvSpPr>
          <p:spPr>
            <a:xfrm flipV="1">
              <a:off x="-35031" y="1575572"/>
              <a:ext cx="12213877" cy="1376769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flipV="1">
              <a:off x="-35031" y="1575572"/>
              <a:ext cx="12213877" cy="897983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直角三角形 17"/>
            <p:cNvSpPr/>
            <p:nvPr/>
          </p:nvSpPr>
          <p:spPr>
            <a:xfrm flipV="1">
              <a:off x="-35031" y="1575572"/>
              <a:ext cx="12213877" cy="465561"/>
            </a:xfrm>
            <a:prstGeom prst="rtTriangle">
              <a:avLst/>
            </a:prstGeom>
            <a:solidFill>
              <a:srgbClr val="C01C23"/>
            </a:solidFill>
            <a:ln>
              <a:solidFill>
                <a:srgbClr val="C01C2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2328722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Words>118</Words>
  <Application>Microsoft Office PowerPoint</Application>
  <PresentationFormat>自定义</PresentationFormat>
  <Paragraphs>34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第一PPT模板网-WWW.1PPT.COM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第一PPT模板网-WWW.1PPT.COM</dc:subject>
  <dc:creator>第一PPT模板网-WWW.1PPT.COM</dc:creator>
  <dc:description>第一PPT模板网-WWW.1PPT.COM</dc:description>
  <cp:lastModifiedBy>Jash</cp:lastModifiedBy>
  <cp:revision>150</cp:revision>
  <dcterms:created xsi:type="dcterms:W3CDTF">2015-06-10T14:28:31Z</dcterms:created>
  <dcterms:modified xsi:type="dcterms:W3CDTF">2017-08-23T09:06:08Z</dcterms:modified>
  <cp:category>第一PPT模板网-WWW.1PPT.COM</cp:category>
  <cp:contentStatus>第一PPT模板网-WWW.1PPT.COM</cp:contentStatus>
</cp:coreProperties>
</file>